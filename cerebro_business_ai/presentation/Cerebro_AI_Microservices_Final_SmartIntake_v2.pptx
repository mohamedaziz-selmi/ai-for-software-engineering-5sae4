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707940bf54047" /><Relationship Type="http://schemas.openxmlformats.org/officeDocument/2006/relationships/extended-properties" Target="/docProps/app.xml" Id="R72bdbba2d58041f1" /><Relationship Type="http://schemas.openxmlformats.org/officeDocument/2006/relationships/officeDocument" Target="/ppt/presentation.xml" Id="Rdd3abb86b13d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5382aeb8764b82"/>
  </p:sldMasterIdLst>
  <p:notesMasterIdLst>
    <p:notesMasterId xmlns:r="http://schemas.openxmlformats.org/officeDocument/2006/relationships" r:id="R12f150984d64466b"/>
  </p:notesMasterIdLst>
  <p:sldIdLst>
    <p:sldId xmlns:r="http://schemas.openxmlformats.org/officeDocument/2006/relationships" id="256" r:id="R84fb8d91daf041b0"/>
    <p:sldId xmlns:r="http://schemas.openxmlformats.org/officeDocument/2006/relationships" id="257" r:id="Re9ce23a0a2f746e8"/>
    <p:sldId xmlns:r="http://schemas.openxmlformats.org/officeDocument/2006/relationships" id="258" r:id="Rc68dbda2e867498a"/>
    <p:sldId xmlns:r="http://schemas.openxmlformats.org/officeDocument/2006/relationships" id="259" r:id="Rdfcecd6d52334af7"/>
    <p:sldId xmlns:r="http://schemas.openxmlformats.org/officeDocument/2006/relationships" id="260" r:id="R854879c634e94d52"/>
    <p:sldId xmlns:r="http://schemas.openxmlformats.org/officeDocument/2006/relationships" id="261" r:id="R82ca0ec09b95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b2643244c74725" /><Relationship Type="http://schemas.openxmlformats.org/officeDocument/2006/relationships/slideMaster" Target="/ppt/slideMasters/slideMaster1.xml" Id="Rc45382aeb8764b82" /><Relationship Type="http://schemas.openxmlformats.org/officeDocument/2006/relationships/notesMaster" Target="/ppt/notesMasters/notesMaster1.xml" Id="R12f150984d64466b" /><Relationship Type="http://schemas.openxmlformats.org/officeDocument/2006/relationships/presProps" Target="/ppt/presProps.xml" Id="R96cb2eb91f204c4d" /><Relationship Type="http://schemas.openxmlformats.org/officeDocument/2006/relationships/tableStyles" Target="/ppt/tableStyles.xml" Id="R8db64ee1303548bb" /><Relationship Type="http://schemas.openxmlformats.org/officeDocument/2006/relationships/slide" Target="/ppt/slides/slide1.xml" Id="R84fb8d91daf041b0" /><Relationship Type="http://schemas.openxmlformats.org/officeDocument/2006/relationships/slide" Target="/ppt/slides/slide2.xml" Id="Re9ce23a0a2f746e8" /><Relationship Type="http://schemas.openxmlformats.org/officeDocument/2006/relationships/slide" Target="/ppt/slides/slide3.xml" Id="Rc68dbda2e867498a" /><Relationship Type="http://schemas.openxmlformats.org/officeDocument/2006/relationships/slide" Target="/ppt/slides/slide4.xml" Id="Rdfcecd6d52334af7" /><Relationship Type="http://schemas.openxmlformats.org/officeDocument/2006/relationships/slide" Target="/ppt/slides/slide5.xml" Id="R854879c634e94d52" /><Relationship Type="http://schemas.openxmlformats.org/officeDocument/2006/relationships/slide" Target="/ppt/slides/slide6.xml" Id="R82ca0ec09b95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9bb14b82143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62b93d8974d2c" /><Relationship Type="http://schemas.openxmlformats.org/officeDocument/2006/relationships/notesMaster" Target="/ppt/notesMasters/notesMaster1.xml" Id="Rb3ae7e3b50e540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f0eb3b79a44dd" /><Relationship Type="http://schemas.openxmlformats.org/officeDocument/2006/relationships/notesMaster" Target="/ppt/notesMasters/notesMaster1.xml" Id="R9bf869a6b44a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46bbf59e9345ad" /><Relationship Type="http://schemas.openxmlformats.org/officeDocument/2006/relationships/notesMaster" Target="/ppt/notesMasters/notesMaster1.xml" Id="R42cd615d7b9e4a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b424e6a9c84d4c" /><Relationship Type="http://schemas.openxmlformats.org/officeDocument/2006/relationships/notesMaster" Target="/ppt/notesMasters/notesMaster1.xml" Id="R2ab3f92b8ca2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ba5bb017704c5f" /><Relationship Type="http://schemas.openxmlformats.org/officeDocument/2006/relationships/notesMaster" Target="/ppt/notesMasters/notesMaster1.xml" Id="R268152106f4746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22129e30ec4b35" /><Relationship Type="http://schemas.openxmlformats.org/officeDocument/2006/relationships/notesMaster" Target="/ppt/notesMasters/notesMaster1.xml" Id="R4155da7441194f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64b12fb5946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a3de31f564d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44a4317244c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ef0a0104842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90ed58bbb44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a682f3f5d47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5FD626-B6A5-4C63-98D0-E1B3F71B2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CA2037-42B1-4B28-AF58-3A02EA8527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C1961C-5146-4704-80A2-B78B36B9E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D6D0D-FABC-48A1-B2D2-A29C6994C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C21EB1-F329-4E5A-964A-6B654D1012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4C5CA9-95AF-456C-8AEE-6B6A052B1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113885-5775-453C-B78D-735E306BEA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A65847-AF4E-43EE-AAE9-DAF7926F83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C0BD3-54AE-486A-B846-76D3AF50A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BE1A27-A7A8-479D-89CD-0DAA1EF25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ff0453146c422d" /><Relationship Type="http://schemas.openxmlformats.org/officeDocument/2006/relationships/slideLayout" Target="/ppt/slideLayouts/slideLayout1.xml" Id="R1f132358105149ea" /><Relationship Type="http://schemas.openxmlformats.org/officeDocument/2006/relationships/slideLayout" Target="/ppt/slideLayouts/slideLayout2.xml" Id="Raf9dcef8f5e84dde" /><Relationship Type="http://schemas.openxmlformats.org/officeDocument/2006/relationships/slideLayout" Target="/ppt/slideLayouts/slideLayout3.xml" Id="Racc2cd76d14048c8" /><Relationship Type="http://schemas.openxmlformats.org/officeDocument/2006/relationships/slideLayout" Target="/ppt/slideLayouts/slideLayout4.xml" Id="Rc6dfd98c4fbb483e" /><Relationship Type="http://schemas.openxmlformats.org/officeDocument/2006/relationships/slideLayout" Target="/ppt/slideLayouts/slideLayout5.xml" Id="Raab48a090bbe46eb" /><Relationship Type="http://schemas.openxmlformats.org/officeDocument/2006/relationships/slideLayout" Target="/ppt/slideLayouts/slideLayout6.xml" Id="R7288d6d07cfb42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132358105149ea"/>
    <p:sldLayoutId xmlns:r="http://schemas.openxmlformats.org/officeDocument/2006/relationships" id="2147483650" r:id="Raf9dcef8f5e84dde"/>
    <p:sldLayoutId xmlns:r="http://schemas.openxmlformats.org/officeDocument/2006/relationships" id="2147483651" r:id="Racc2cd76d14048c8"/>
    <p:sldLayoutId xmlns:r="http://schemas.openxmlformats.org/officeDocument/2006/relationships" id="2147483652" r:id="Rc6dfd98c4fbb483e"/>
    <p:sldLayoutId xmlns:r="http://schemas.openxmlformats.org/officeDocument/2006/relationships" id="2147483653" r:id="Raab48a090bbe46eb"/>
    <p:sldLayoutId xmlns:r="http://schemas.openxmlformats.org/officeDocument/2006/relationships" id="2147483654" r:id="R7288d6d07cfb42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6e6b4af8a4a23" /><Relationship Type="http://schemas.openxmlformats.org/officeDocument/2006/relationships/notesSlide" Target="/ppt/notesSlides/notesSlide1.xml" Id="R8de00634fcac48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35760d6e84fb5" /><Relationship Type="http://schemas.openxmlformats.org/officeDocument/2006/relationships/notesSlide" Target="/ppt/notesSlides/notesSlide2.xml" Id="R3e2094ffbbab42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4a80386a345ad" /><Relationship Type="http://schemas.openxmlformats.org/officeDocument/2006/relationships/image" Target="/ppt/media/image.png" Id="Rbc2481eccee04ac5" /><Relationship Type="http://schemas.openxmlformats.org/officeDocument/2006/relationships/notesSlide" Target="/ppt/notesSlides/notesSlide3.xml" Id="R2d139e9aa51443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0e90b2bff45c4" /><Relationship Type="http://schemas.openxmlformats.org/officeDocument/2006/relationships/image" Target="/ppt/media/image2.png" Id="R5ad5fa1310a04da0" /><Relationship Type="http://schemas.openxmlformats.org/officeDocument/2006/relationships/image" Target="/ppt/media/image3.png" Id="R862c4bb9ef5746e5" /><Relationship Type="http://schemas.openxmlformats.org/officeDocument/2006/relationships/notesSlide" Target="/ppt/notesSlides/notesSlide4.xml" Id="R84276032f46648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bf7b6ba1149c7" /><Relationship Type="http://schemas.openxmlformats.org/officeDocument/2006/relationships/image" Target="/ppt/media/image4.png" Id="Rae753ff7bd634a95" /><Relationship Type="http://schemas.openxmlformats.org/officeDocument/2006/relationships/notesSlide" Target="/ppt/notesSlides/notesSlide5.xml" Id="Rc5a4f375b5ac48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f13fa563d437c" /><Relationship Type="http://schemas.openxmlformats.org/officeDocument/2006/relationships/notesSlide" Target="/ppt/notesSlides/notesSlide6.xml" Id="R14d90a7c44f8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4FA60-06BE-45DB-992E-44EA658C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D776D"/>
                </a:solidFill>
              </a:defRPr>
            </a:defPPr>
            <a:lvl1pPr>
              <a:defRPr sz="1050" b="1">
                <a:solidFill>
                  <a:srgbClr val="0D776D"/>
                </a:solidFill>
              </a:defRPr>
            </a:lvl1pPr>
            <a:lvl2pPr>
              <a:defRPr sz="1050" b="1">
                <a:solidFill>
                  <a:srgbClr val="0D776D"/>
                </a:solidFill>
              </a:defRPr>
            </a:lvl2pPr>
            <a:lvl3pPr>
              <a:defRPr sz="1050" b="1">
                <a:solidFill>
                  <a:srgbClr val="0D776D"/>
                </a:solidFill>
              </a:defRPr>
            </a:lvl3pPr>
            <a:lvl4pPr>
              <a:defRPr sz="1050" b="1">
                <a:solidFill>
                  <a:srgbClr val="0D776D"/>
                </a:solidFill>
              </a:defRPr>
            </a:lvl4pPr>
            <a:lvl5pPr>
              <a:defRPr sz="1050" b="1">
                <a:solidFill>
                  <a:srgbClr val="0D776D"/>
                </a:solidFill>
              </a:defRPr>
            </a:lvl5pPr>
            <a:lvl6pPr>
              <a:defRPr sz="1050" b="1">
                <a:solidFill>
                  <a:srgbClr val="0D776D"/>
                </a:solidFill>
              </a:defRPr>
            </a:lvl6pPr>
            <a:lvl7pPr>
              <a:defRPr sz="1050" b="1">
                <a:solidFill>
                  <a:srgbClr val="0D776D"/>
                </a:solidFill>
              </a:defRPr>
            </a:lvl7pPr>
            <a:lvl8pPr>
              <a:defRPr sz="1050" b="1">
                <a:solidFill>
                  <a:srgbClr val="0D776D"/>
                </a:solidFill>
              </a:defRPr>
            </a:lvl8pPr>
            <a:lvl9pPr>
              <a:defRPr sz="105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776D"/>
                </a:solidFill>
              </a:defRPr>
            </a:pPr>
            <a:r>
              <a:rPr sz="1050" b="1">
                <a:solidFill>
                  <a:srgbClr val="0D776D"/>
                </a:solidFill>
              </a:rPr>
              <a:t>CEREBRO / SMART INTAKE + BUSINESS-AWARE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E3985-535E-4295-897B-FD78DCE7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B41"/>
                </a:solidFill>
              </a:defRPr>
            </a:defPPr>
            <a:lvl1pPr>
              <a:defRPr sz="3300" b="1">
                <a:solidFill>
                  <a:srgbClr val="153B41"/>
                </a:solidFill>
              </a:defRPr>
            </a:lvl1pPr>
            <a:lvl2pPr>
              <a:defRPr sz="3300" b="1">
                <a:solidFill>
                  <a:srgbClr val="153B41"/>
                </a:solidFill>
              </a:defRPr>
            </a:lvl2pPr>
            <a:lvl3pPr>
              <a:defRPr sz="3300" b="1">
                <a:solidFill>
                  <a:srgbClr val="153B41"/>
                </a:solidFill>
              </a:defRPr>
            </a:lvl3pPr>
            <a:lvl4pPr>
              <a:defRPr sz="3300" b="1">
                <a:solidFill>
                  <a:srgbClr val="153B41"/>
                </a:solidFill>
              </a:defRPr>
            </a:lvl4pPr>
            <a:lvl5pPr>
              <a:defRPr sz="3300" b="1">
                <a:solidFill>
                  <a:srgbClr val="153B41"/>
                </a:solidFill>
              </a:defRPr>
            </a:lvl5pPr>
            <a:lvl6pPr>
              <a:defRPr sz="3300" b="1">
                <a:solidFill>
                  <a:srgbClr val="153B41"/>
                </a:solidFill>
              </a:defRPr>
            </a:lvl6pPr>
            <a:lvl7pPr>
              <a:defRPr sz="3300" b="1">
                <a:solidFill>
                  <a:srgbClr val="153B41"/>
                </a:solidFill>
              </a:defRPr>
            </a:lvl7pPr>
            <a:lvl8pPr>
              <a:defRPr sz="3300" b="1">
                <a:solidFill>
                  <a:srgbClr val="153B41"/>
                </a:solidFill>
              </a:defRPr>
            </a:lvl8pPr>
            <a:lvl9pPr>
              <a:defRPr sz="33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B41"/>
                </a:solidFill>
              </a:defRPr>
            </a:pPr>
            <a:r>
              <a:rPr sz="3300" b="1">
                <a:solidFill>
                  <a:srgbClr val="153B41"/>
                </a:solidFill>
              </a:rPr>
              <a:t>From rough input to a business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AB8CE-DE8E-4823-BEA1-C65ED262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07D7A"/>
                </a:solidFill>
              </a:defRPr>
            </a:defPPr>
            <a:lvl1pPr>
              <a:defRPr sz="1725" b="0">
                <a:solidFill>
                  <a:srgbClr val="607D7A"/>
                </a:solidFill>
              </a:defRPr>
            </a:lvl1pPr>
            <a:lvl2pPr>
              <a:defRPr sz="1725" b="0">
                <a:solidFill>
                  <a:srgbClr val="607D7A"/>
                </a:solidFill>
              </a:defRPr>
            </a:lvl2pPr>
            <a:lvl3pPr>
              <a:defRPr sz="1725" b="0">
                <a:solidFill>
                  <a:srgbClr val="607D7A"/>
                </a:solidFill>
              </a:defRPr>
            </a:lvl3pPr>
            <a:lvl4pPr>
              <a:defRPr sz="1725" b="0">
                <a:solidFill>
                  <a:srgbClr val="607D7A"/>
                </a:solidFill>
              </a:defRPr>
            </a:lvl4pPr>
            <a:lvl5pPr>
              <a:defRPr sz="1725" b="0">
                <a:solidFill>
                  <a:srgbClr val="607D7A"/>
                </a:solidFill>
              </a:defRPr>
            </a:lvl5pPr>
            <a:lvl6pPr>
              <a:defRPr sz="1725" b="0">
                <a:solidFill>
                  <a:srgbClr val="607D7A"/>
                </a:solidFill>
              </a:defRPr>
            </a:lvl6pPr>
            <a:lvl7pPr>
              <a:defRPr sz="1725" b="0">
                <a:solidFill>
                  <a:srgbClr val="607D7A"/>
                </a:solidFill>
              </a:defRPr>
            </a:lvl7pPr>
            <a:lvl8pPr>
              <a:defRPr sz="1725" b="0">
                <a:solidFill>
                  <a:srgbClr val="607D7A"/>
                </a:solidFill>
              </a:defRPr>
            </a:lvl8pPr>
            <a:lvl9pPr>
              <a:defRPr sz="17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D7A"/>
                </a:solidFill>
              </a:defRPr>
            </a:pPr>
            <a:r>
              <a:rPr sz="1725" b="0">
                <a:solidFill>
                  <a:srgbClr val="607D7A"/>
                </a:solidFill>
              </a:rPr>
              <a:t>Four AI microservices with extraction, validation, model selection, and explainable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23E3-E9AE-4222-9CA0-216ACAC4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D776D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227EC-8859-48BA-B8BB-AF9CE771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180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Simple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Smart intake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Model-ready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Decision output</a:t>
            </a:r>
          </a:p>
        </p:txBody>
      </p:sp>
    </p:spTree>
    <p:extLst>
      <p:ext uri="{BB962C8B-B14F-4D97-AF65-F5344CB8AC3E}">
        <p14:creationId xmlns:p14="http://schemas.microsoft.com/office/powerpoint/2010/main" val="1542747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05497-947B-4D2E-A9D5-3B160B15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THE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28608-AE86-4C98-BEAA-5347E3F4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Cerebro is a decision-support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1386-139B-4994-84CB-29F96AC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user sees a clear business task. Technical details remain available when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12799-68B8-4536-B2E4-5CD8D66B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88B43-CC94-4C6F-BC51-18820549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DB30B-660C-4036-80E7-AD2ED18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Simple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8893F-451A-4A57-B25C-4CDCDAA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Paste a brief, posting, facts, or upload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D2714-FF12-4E69-BB16-9B59368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2AD9E-34E4-4C27-988C-B4FB360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8762A-7AAC-48E3-B5A0-3907D90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Smart 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C291-2E12-4D5B-A918-994FB635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Extract facts, normalize values, flag missing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3AA0D-9F60-497E-8152-61DD49B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8ECDF-1D08-40DD-929D-135CCDDC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5AC48-C9CB-4316-930E-C26B6217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Validated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32988-890A-4D4B-9D64-213C5B8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Use the compatible model or statistical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E4C5F-14BC-4140-9F01-FFEEDCA9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333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2FBAD-B26B-4A82-8CD3-A146BF63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19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D776D"/>
                </a:solidFill>
              </a:defRPr>
            </a:defPPr>
            <a:lvl1pPr>
              <a:defRPr sz="975" b="1">
                <a:solidFill>
                  <a:srgbClr val="0D776D"/>
                </a:solidFill>
              </a:defRPr>
            </a:lvl1pPr>
            <a:lvl2pPr>
              <a:defRPr sz="975" b="1">
                <a:solidFill>
                  <a:srgbClr val="0D776D"/>
                </a:solidFill>
              </a:defRPr>
            </a:lvl2pPr>
            <a:lvl3pPr>
              <a:defRPr sz="975" b="1">
                <a:solidFill>
                  <a:srgbClr val="0D776D"/>
                </a:solidFill>
              </a:defRPr>
            </a:lvl3pPr>
            <a:lvl4pPr>
              <a:defRPr sz="975" b="1">
                <a:solidFill>
                  <a:srgbClr val="0D776D"/>
                </a:solidFill>
              </a:defRPr>
            </a:lvl4pPr>
            <a:lvl5pPr>
              <a:defRPr sz="975" b="1">
                <a:solidFill>
                  <a:srgbClr val="0D776D"/>
                </a:solidFill>
              </a:defRPr>
            </a:lvl5pPr>
            <a:lvl6pPr>
              <a:defRPr sz="975" b="1">
                <a:solidFill>
                  <a:srgbClr val="0D776D"/>
                </a:solidFill>
              </a:defRPr>
            </a:lvl6pPr>
            <a:lvl7pPr>
              <a:defRPr sz="975" b="1">
                <a:solidFill>
                  <a:srgbClr val="0D776D"/>
                </a:solidFill>
              </a:defRPr>
            </a:lvl7pPr>
            <a:lvl8pPr>
              <a:defRPr sz="975" b="1">
                <a:solidFill>
                  <a:srgbClr val="0D776D"/>
                </a:solidFill>
              </a:defRPr>
            </a:lvl8pPr>
            <a:lvl9pPr>
              <a:defRPr sz="975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D776D"/>
                </a:solidFill>
              </a:defRPr>
            </a:pPr>
            <a:r>
              <a:rPr sz="975" b="1">
                <a:solidFill>
                  <a:srgbClr val="0D776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60996-160E-439D-AC23-E5903B98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95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Business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5FE4A-EED3-439B-8FC5-C607E655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718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D7A"/>
                </a:solidFill>
              </a:defRPr>
            </a:defPPr>
            <a:lvl1pPr>
              <a:defRPr sz="1125" b="0">
                <a:solidFill>
                  <a:srgbClr val="607D7A"/>
                </a:solidFill>
              </a:defRPr>
            </a:lvl1pPr>
            <a:lvl2pPr>
              <a:defRPr sz="1125" b="0">
                <a:solidFill>
                  <a:srgbClr val="607D7A"/>
                </a:solidFill>
              </a:defRPr>
            </a:lvl2pPr>
            <a:lvl3pPr>
              <a:defRPr sz="1125" b="0">
                <a:solidFill>
                  <a:srgbClr val="607D7A"/>
                </a:solidFill>
              </a:defRPr>
            </a:lvl3pPr>
            <a:lvl4pPr>
              <a:defRPr sz="1125" b="0">
                <a:solidFill>
                  <a:srgbClr val="607D7A"/>
                </a:solidFill>
              </a:defRPr>
            </a:lvl4pPr>
            <a:lvl5pPr>
              <a:defRPr sz="1125" b="0">
                <a:solidFill>
                  <a:srgbClr val="607D7A"/>
                </a:solidFill>
              </a:defRPr>
            </a:lvl5pPr>
            <a:lvl6pPr>
              <a:defRPr sz="1125" b="0">
                <a:solidFill>
                  <a:srgbClr val="607D7A"/>
                </a:solidFill>
              </a:defRPr>
            </a:lvl6pPr>
            <a:lvl7pPr>
              <a:defRPr sz="1125" b="0">
                <a:solidFill>
                  <a:srgbClr val="607D7A"/>
                </a:solidFill>
              </a:defRPr>
            </a:lvl7pPr>
            <a:lvl8pPr>
              <a:defRPr sz="1125" b="0">
                <a:solidFill>
                  <a:srgbClr val="607D7A"/>
                </a:solidFill>
              </a:defRPr>
            </a:lvl8pPr>
            <a:lvl9pPr>
              <a:defRPr sz="112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7A"/>
                </a:solidFill>
              </a:defRPr>
            </a:pPr>
            <a:r>
              <a:rPr sz="1125" b="0">
                <a:solidFill>
                  <a:srgbClr val="607D7A"/>
                </a:solidFill>
              </a:rPr>
              <a:t>Explain the signal, assumptions, and next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8ECB2-3114-4BFA-B65C-20F498FC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D7A"/>
                </a:solidFill>
              </a:defRPr>
            </a:defPPr>
            <a:lvl1pPr>
              <a:defRPr sz="975" b="0">
                <a:solidFill>
                  <a:srgbClr val="607D7A"/>
                </a:solidFill>
              </a:defRPr>
            </a:lvl1pPr>
            <a:lvl2pPr>
              <a:defRPr sz="975" b="0">
                <a:solidFill>
                  <a:srgbClr val="607D7A"/>
                </a:solidFill>
              </a:defRPr>
            </a:lvl2pPr>
            <a:lvl3pPr>
              <a:defRPr sz="975" b="0">
                <a:solidFill>
                  <a:srgbClr val="607D7A"/>
                </a:solidFill>
              </a:defRPr>
            </a:lvl3pPr>
            <a:lvl4pPr>
              <a:defRPr sz="975" b="0">
                <a:solidFill>
                  <a:srgbClr val="607D7A"/>
                </a:solidFill>
              </a:defRPr>
            </a:lvl4pPr>
            <a:lvl5pPr>
              <a:defRPr sz="975" b="0">
                <a:solidFill>
                  <a:srgbClr val="607D7A"/>
                </a:solidFill>
              </a:defRPr>
            </a:lvl5pPr>
            <a:lvl6pPr>
              <a:defRPr sz="975" b="0">
                <a:solidFill>
                  <a:srgbClr val="607D7A"/>
                </a:solidFill>
              </a:defRPr>
            </a:lvl6pPr>
            <a:lvl7pPr>
              <a:defRPr sz="975" b="0">
                <a:solidFill>
                  <a:srgbClr val="607D7A"/>
                </a:solidFill>
              </a:defRPr>
            </a:lvl7pPr>
            <a:lvl8pPr>
              <a:defRPr sz="975" b="0">
                <a:solidFill>
                  <a:srgbClr val="607D7A"/>
                </a:solidFill>
              </a:defRPr>
            </a:lvl8pPr>
            <a:lvl9pPr>
              <a:defRPr sz="975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D7A"/>
                </a:solidFill>
              </a:defRPr>
            </a:pPr>
            <a:r>
              <a:rPr sz="975" b="0">
                <a:solidFill>
                  <a:srgbClr val="607D7A"/>
                </a:solidFill>
              </a:rPr>
              <a:t>Ports preserved: gateway 8900 · fraud 8901 · hiring 8902 · demand 8903 · product 8904 · frontend 8905</a:t>
            </a:r>
          </a:p>
        </p:txBody>
      </p:sp>
    </p:spTree>
    <p:extLst>
      <p:ext uri="{BB962C8B-B14F-4D97-AF65-F5344CB8AC3E}">
        <p14:creationId xmlns:p14="http://schemas.microsoft.com/office/powerpoint/2010/main" val="1263280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1F2E3-0304-4306-8660-0353A6F6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FRAUD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EB324-B71E-497E-BD89-C7052C9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A job warning with evidence, not a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9B14A-0739-4017-9262-037D1437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workflow combines the saved classifier with deterministic combination rules and verification actions.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6B243-E03B-483D-91E7-A9744B2923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481eccee04ac5"/>
          <a:srcRect xmlns:a="http://schemas.openxmlformats.org/drawingml/2006/main" l="0" t="21169" r="0" b="21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52625"/>
            <a:ext cx="5905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C342D-CCC9-4B99-9B7F-81B0066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095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59744-4B3D-427B-80CA-3C7872E2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What changed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3C08B-206A-4778-8BD9-44AC03F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3333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Paste one posting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Extract pay, contact, domains, and requests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Highlight exact evidence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Separate model signal from advisory level</a:t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• Recommend independent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No rule match never lowers the model signal.</a:t>
            </a:r>
          </a:p>
        </p:txBody>
      </p:sp>
    </p:spTree>
    <p:extLst>
      <p:ext uri="{BB962C8B-B14F-4D97-AF65-F5344CB8AC3E}">
        <p14:creationId xmlns:p14="http://schemas.microsoft.com/office/powerpoint/2010/main" val="2006864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C9A16-3782-4379-B0DE-C246FA9E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HIRING +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8BFF6-B85C-42C9-9D12-DA98A53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Generation starts from 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73214-5CD7-42E0-85CE-856A2C39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Gemma 3 4B adds structure and useful recommendations while preserving supplied facts.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7F0FF-07A5-4446-8BE7-93A6FB472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5fa1310a04da0"/>
          <a:srcRect xmlns:a="http://schemas.openxmlformats.org/drawingml/2006/main" l="0" t="26320" r="0" b="26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955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C010D-C5D6-4C8B-8FD7-3E3FAEDEE5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c4bb9ef5746e5"/>
          <a:srcRect xmlns:a="http://schemas.openxmlformats.org/drawingml/2006/main" l="0" t="18748" r="0" b="18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0955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1D039-7EF6-408D-9AD0-CFCC32E5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D7A"/>
                </a:solidFill>
              </a:defRPr>
            </a:defPPr>
            <a:lvl1pPr>
              <a:defRPr sz="1050" b="0">
                <a:solidFill>
                  <a:srgbClr val="607D7A"/>
                </a:solidFill>
              </a:defRPr>
            </a:lvl1pPr>
            <a:lvl2pPr>
              <a:defRPr sz="1050" b="0">
                <a:solidFill>
                  <a:srgbClr val="607D7A"/>
                </a:solidFill>
              </a:defRPr>
            </a:lvl2pPr>
            <a:lvl3pPr>
              <a:defRPr sz="1050" b="0">
                <a:solidFill>
                  <a:srgbClr val="607D7A"/>
                </a:solidFill>
              </a:defRPr>
            </a:lvl3pPr>
            <a:lvl4pPr>
              <a:defRPr sz="1050" b="0">
                <a:solidFill>
                  <a:srgbClr val="607D7A"/>
                </a:solidFill>
              </a:defRPr>
            </a:lvl4pPr>
            <a:lvl5pPr>
              <a:defRPr sz="1050" b="0">
                <a:solidFill>
                  <a:srgbClr val="607D7A"/>
                </a:solidFill>
              </a:defRPr>
            </a:lvl5pPr>
            <a:lvl6pPr>
              <a:defRPr sz="1050" b="0">
                <a:solidFill>
                  <a:srgbClr val="607D7A"/>
                </a:solidFill>
              </a:defRPr>
            </a:lvl6pPr>
            <a:lvl7pPr>
              <a:defRPr sz="1050" b="0">
                <a:solidFill>
                  <a:srgbClr val="607D7A"/>
                </a:solidFill>
              </a:defRPr>
            </a:lvl7pPr>
            <a:lvl8pPr>
              <a:defRPr sz="1050" b="0">
                <a:solidFill>
                  <a:srgbClr val="607D7A"/>
                </a:solidFill>
              </a:defRPr>
            </a:lvl8pPr>
            <a:lvl9pPr>
              <a:defRPr sz="10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D7A"/>
                </a:solidFill>
              </a:defRPr>
            </a:pPr>
            <a:r>
              <a:rPr sz="1050" b="0">
                <a:solidFill>
                  <a:srgbClr val="607D7A"/>
                </a:solidFill>
              </a:rPr>
              <a:t>Rough brief → outcomes, interview kit, exercise, onboarding, and publishable copy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72A91-8B4D-43A0-9AD5-5DB44183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D7A"/>
                </a:solidFill>
              </a:defRPr>
            </a:defPPr>
            <a:lvl1pPr>
              <a:defRPr sz="1050" b="0">
                <a:solidFill>
                  <a:srgbClr val="607D7A"/>
                </a:solidFill>
              </a:defRPr>
            </a:lvl1pPr>
            <a:lvl2pPr>
              <a:defRPr sz="1050" b="0">
                <a:solidFill>
                  <a:srgbClr val="607D7A"/>
                </a:solidFill>
              </a:defRPr>
            </a:lvl2pPr>
            <a:lvl3pPr>
              <a:defRPr sz="1050" b="0">
                <a:solidFill>
                  <a:srgbClr val="607D7A"/>
                </a:solidFill>
              </a:defRPr>
            </a:lvl3pPr>
            <a:lvl4pPr>
              <a:defRPr sz="1050" b="0">
                <a:solidFill>
                  <a:srgbClr val="607D7A"/>
                </a:solidFill>
              </a:defRPr>
            </a:lvl4pPr>
            <a:lvl5pPr>
              <a:defRPr sz="1050" b="0">
                <a:solidFill>
                  <a:srgbClr val="607D7A"/>
                </a:solidFill>
              </a:defRPr>
            </a:lvl5pPr>
            <a:lvl6pPr>
              <a:defRPr sz="1050" b="0">
                <a:solidFill>
                  <a:srgbClr val="607D7A"/>
                </a:solidFill>
              </a:defRPr>
            </a:lvl6pPr>
            <a:lvl7pPr>
              <a:defRPr sz="1050" b="0">
                <a:solidFill>
                  <a:srgbClr val="607D7A"/>
                </a:solidFill>
              </a:defRPr>
            </a:lvl7pPr>
            <a:lvl8pPr>
              <a:defRPr sz="1050" b="0">
                <a:solidFill>
                  <a:srgbClr val="607D7A"/>
                </a:solidFill>
              </a:defRPr>
            </a:lvl8pPr>
            <a:lvl9pPr>
              <a:defRPr sz="10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D7A"/>
                </a:solidFill>
              </a:defRPr>
            </a:pPr>
            <a:r>
              <a:rPr sz="1050" b="0">
                <a:solidFill>
                  <a:srgbClr val="607D7A"/>
                </a:solidFill>
              </a:rPr>
              <a:t>Verified facts → benefits, buyer questions, missing information, and grounded references</a:t>
            </a:r>
          </a:p>
        </p:txBody>
      </p:sp>
    </p:spTree>
    <p:extLst>
      <p:ext uri="{BB962C8B-B14F-4D97-AF65-F5344CB8AC3E}">
        <p14:creationId xmlns:p14="http://schemas.microsoft.com/office/powerpoint/2010/main" val="618086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BE715-DC33-47EB-BEDB-B7F72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DEMAND FORECASTING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8C379-50FA-4ED3-B404-04CD66E9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A product-aware inventory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BE48A-1A2E-4020-A259-D1F911F2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User histories use compatible statistical methods. M5 series keep the validated M5 model. No-history products receive scenario planning, not fake forecasts.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A528E-42AE-4DBE-B786-C2BA773FA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53ff7bd634a95"/>
          <a:srcRect xmlns:a="http://schemas.openxmlformats.org/drawingml/2006/main" l="0" t="17801" r="0" b="17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52625"/>
            <a:ext cx="6477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676D4-A8FD-4064-89CB-C88FC933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714750" cy="4095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5BE53-D4D0-4DD7-9772-6873D05B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3B41"/>
                </a:solidFill>
              </a:defRPr>
            </a:defPPr>
            <a:lvl1pPr>
              <a:defRPr sz="1650" b="1">
                <a:solidFill>
                  <a:srgbClr val="153B41"/>
                </a:solidFill>
              </a:defRPr>
            </a:lvl1pPr>
            <a:lvl2pPr>
              <a:defRPr sz="1650" b="1">
                <a:solidFill>
                  <a:srgbClr val="153B41"/>
                </a:solidFill>
              </a:defRPr>
            </a:lvl2pPr>
            <a:lvl3pPr>
              <a:defRPr sz="1650" b="1">
                <a:solidFill>
                  <a:srgbClr val="153B41"/>
                </a:solidFill>
              </a:defRPr>
            </a:lvl3pPr>
            <a:lvl4pPr>
              <a:defRPr sz="1650" b="1">
                <a:solidFill>
                  <a:srgbClr val="153B41"/>
                </a:solidFill>
              </a:defRPr>
            </a:lvl4pPr>
            <a:lvl5pPr>
              <a:defRPr sz="1650" b="1">
                <a:solidFill>
                  <a:srgbClr val="153B41"/>
                </a:solidFill>
              </a:defRPr>
            </a:lvl5pPr>
            <a:lvl6pPr>
              <a:defRPr sz="1650" b="1">
                <a:solidFill>
                  <a:srgbClr val="153B41"/>
                </a:solidFill>
              </a:defRPr>
            </a:lvl6pPr>
            <a:lvl7pPr>
              <a:defRPr sz="1650" b="1">
                <a:solidFill>
                  <a:srgbClr val="153B41"/>
                </a:solidFill>
              </a:defRPr>
            </a:lvl7pPr>
            <a:lvl8pPr>
              <a:defRPr sz="1650" b="1">
                <a:solidFill>
                  <a:srgbClr val="153B41"/>
                </a:solidFill>
              </a:defRPr>
            </a:lvl8pPr>
            <a:lvl9pPr>
              <a:defRPr sz="165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B41"/>
                </a:solidFill>
              </a:defRPr>
            </a:pPr>
            <a:r>
              <a:rPr sz="1650" b="1">
                <a:solidFill>
                  <a:srgbClr val="153B41"/>
                </a:solidFill>
              </a:rPr>
              <a:t>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3E410-1FCE-4484-8268-965A1E06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66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76D"/>
                </a:solidFill>
              </a:defRPr>
            </a:defPPr>
            <a:lvl1pPr>
              <a:defRPr sz="1500" b="1">
                <a:solidFill>
                  <a:srgbClr val="0D776D"/>
                </a:solidFill>
              </a:defRPr>
            </a:lvl1pPr>
            <a:lvl2pPr>
              <a:defRPr sz="1500" b="1">
                <a:solidFill>
                  <a:srgbClr val="0D776D"/>
                </a:solidFill>
              </a:defRPr>
            </a:lvl2pPr>
            <a:lvl3pPr>
              <a:defRPr sz="1500" b="1">
                <a:solidFill>
                  <a:srgbClr val="0D776D"/>
                </a:solidFill>
              </a:defRPr>
            </a:lvl3pPr>
            <a:lvl4pPr>
              <a:defRPr sz="1500" b="1">
                <a:solidFill>
                  <a:srgbClr val="0D776D"/>
                </a:solidFill>
              </a:defRPr>
            </a:lvl4pPr>
            <a:lvl5pPr>
              <a:defRPr sz="1500" b="1">
                <a:solidFill>
                  <a:srgbClr val="0D776D"/>
                </a:solidFill>
              </a:defRPr>
            </a:lvl5pPr>
            <a:lvl6pPr>
              <a:defRPr sz="1500" b="1">
                <a:solidFill>
                  <a:srgbClr val="0D776D"/>
                </a:solidFill>
              </a:defRPr>
            </a:lvl6pPr>
            <a:lvl7pPr>
              <a:defRPr sz="1500" b="1">
                <a:solidFill>
                  <a:srgbClr val="0D776D"/>
                </a:solidFill>
              </a:defRPr>
            </a:lvl7pPr>
            <a:lvl8pPr>
              <a:defRPr sz="1500" b="1">
                <a:solidFill>
                  <a:srgbClr val="0D776D"/>
                </a:solidFill>
              </a:defRPr>
            </a:lvl8pPr>
            <a:lvl9pPr>
              <a:defRPr sz="15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Named product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Data readiness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Chronological validation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Method comparison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Lead-time demand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Safety stock assumptions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Recommended order</a:t>
            </a:r>
          </a:p>
          <a:p xmlns:a="http://schemas.openxmlformats.org/drawingml/2006/main">
            <a:pPr>
              <a:defRPr sz="1500" b="1">
                <a:solidFill>
                  <a:srgbClr val="0D776D"/>
                </a:solidFill>
              </a:defRPr>
            </a:pPr>
            <a:r>
              <a:rPr sz="1500" b="1">
                <a:solidFill>
                  <a:srgbClr val="0D776D"/>
                </a:solidFill>
              </a:rPr>
              <a:t>Stockout warnings</a:t>
            </a:r>
          </a:p>
        </p:txBody>
      </p:sp>
    </p:spTree>
    <p:extLst>
      <p:ext uri="{BB962C8B-B14F-4D97-AF65-F5344CB8AC3E}">
        <p14:creationId xmlns:p14="http://schemas.microsoft.com/office/powerpoint/2010/main" val="396265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A13A7-D4C5-483E-A8B0-CBCCE056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D776D"/>
                </a:solidFill>
              </a:defRPr>
            </a:defPPr>
            <a:lvl1pPr>
              <a:defRPr sz="900" b="1">
                <a:solidFill>
                  <a:srgbClr val="0D776D"/>
                </a:solidFill>
              </a:defRPr>
            </a:lvl1pPr>
            <a:lvl2pPr>
              <a:defRPr sz="900" b="1">
                <a:solidFill>
                  <a:srgbClr val="0D776D"/>
                </a:solidFill>
              </a:defRPr>
            </a:lvl2pPr>
            <a:lvl3pPr>
              <a:defRPr sz="900" b="1">
                <a:solidFill>
                  <a:srgbClr val="0D776D"/>
                </a:solidFill>
              </a:defRPr>
            </a:lvl3pPr>
            <a:lvl4pPr>
              <a:defRPr sz="900" b="1">
                <a:solidFill>
                  <a:srgbClr val="0D776D"/>
                </a:solidFill>
              </a:defRPr>
            </a:lvl4pPr>
            <a:lvl5pPr>
              <a:defRPr sz="900" b="1">
                <a:solidFill>
                  <a:srgbClr val="0D776D"/>
                </a:solidFill>
              </a:defRPr>
            </a:lvl5pPr>
            <a:lvl6pPr>
              <a:defRPr sz="900" b="1">
                <a:solidFill>
                  <a:srgbClr val="0D776D"/>
                </a:solidFill>
              </a:defRPr>
            </a:lvl6pPr>
            <a:lvl7pPr>
              <a:defRPr sz="900" b="1">
                <a:solidFill>
                  <a:srgbClr val="0D776D"/>
                </a:solidFill>
              </a:defRPr>
            </a:lvl7pPr>
            <a:lvl8pPr>
              <a:defRPr sz="900" b="1">
                <a:solidFill>
                  <a:srgbClr val="0D776D"/>
                </a:solidFill>
              </a:defRPr>
            </a:lvl8pPr>
            <a:lvl9pPr>
              <a:defRPr sz="90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D776D"/>
                </a:solidFill>
              </a:defRPr>
            </a:pPr>
            <a:r>
              <a:rPr sz="900" b="1">
                <a:solidFill>
                  <a:srgbClr val="0D776D"/>
                </a:solidFill>
              </a:rPr>
              <a:t>BEFORE /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D314C-5E0C-420C-A256-8C9C0617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3B41"/>
                </a:solidFill>
              </a:defRPr>
            </a:defPPr>
            <a:lvl1pPr>
              <a:defRPr sz="2700" b="1">
                <a:solidFill>
                  <a:srgbClr val="153B41"/>
                </a:solidFill>
              </a:defRPr>
            </a:lvl1pPr>
            <a:lvl2pPr>
              <a:defRPr sz="2700" b="1">
                <a:solidFill>
                  <a:srgbClr val="153B41"/>
                </a:solidFill>
              </a:defRPr>
            </a:lvl2pPr>
            <a:lvl3pPr>
              <a:defRPr sz="2700" b="1">
                <a:solidFill>
                  <a:srgbClr val="153B41"/>
                </a:solidFill>
              </a:defRPr>
            </a:lvl3pPr>
            <a:lvl4pPr>
              <a:defRPr sz="2700" b="1">
                <a:solidFill>
                  <a:srgbClr val="153B41"/>
                </a:solidFill>
              </a:defRPr>
            </a:lvl4pPr>
            <a:lvl5pPr>
              <a:defRPr sz="2700" b="1">
                <a:solidFill>
                  <a:srgbClr val="153B41"/>
                </a:solidFill>
              </a:defRPr>
            </a:lvl5pPr>
            <a:lvl6pPr>
              <a:defRPr sz="2700" b="1">
                <a:solidFill>
                  <a:srgbClr val="153B41"/>
                </a:solidFill>
              </a:defRPr>
            </a:lvl6pPr>
            <a:lvl7pPr>
              <a:defRPr sz="2700" b="1">
                <a:solidFill>
                  <a:srgbClr val="153B41"/>
                </a:solidFill>
              </a:defRPr>
            </a:lvl7pPr>
            <a:lvl8pPr>
              <a:defRPr sz="2700" b="1">
                <a:solidFill>
                  <a:srgbClr val="153B41"/>
                </a:solidFill>
              </a:defRPr>
            </a:lvl8pPr>
            <a:lvl9pPr>
              <a:defRPr sz="2700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B41"/>
                </a:solidFill>
              </a:defRPr>
            </a:pPr>
            <a:r>
              <a:rPr sz="2700" b="1">
                <a:solidFill>
                  <a:srgbClr val="153B41"/>
                </a:solidFill>
              </a:rPr>
              <a:t>The upgrade changes what the user can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67096-3511-41BB-A3E7-5229FA7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platform now exposes the preparation and assumptions needed for responsible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A48A1-4106-4217-95D8-6ACD860D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857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C81D1-33FF-42D7-AA32-8F01B026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857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F0E7"/>
          </a:solidFill>
          <a:ln xmlns:a="http://schemas.openxmlformats.org/drawingml/2006/main" w="9525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04A73-51C5-4BF5-929B-4A893EE0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4A34A"/>
                </a:solidFill>
              </a:defRPr>
            </a:defPPr>
            <a:lvl1pPr>
              <a:defRPr sz="1050" b="1">
                <a:solidFill>
                  <a:srgbClr val="D4A34A"/>
                </a:solidFill>
              </a:defRPr>
            </a:lvl1pPr>
            <a:lvl2pPr>
              <a:defRPr sz="1050" b="1">
                <a:solidFill>
                  <a:srgbClr val="D4A34A"/>
                </a:solidFill>
              </a:defRPr>
            </a:lvl2pPr>
            <a:lvl3pPr>
              <a:defRPr sz="1050" b="1">
                <a:solidFill>
                  <a:srgbClr val="D4A34A"/>
                </a:solidFill>
              </a:defRPr>
            </a:lvl3pPr>
            <a:lvl4pPr>
              <a:defRPr sz="1050" b="1">
                <a:solidFill>
                  <a:srgbClr val="D4A34A"/>
                </a:solidFill>
              </a:defRPr>
            </a:lvl4pPr>
            <a:lvl5pPr>
              <a:defRPr sz="1050" b="1">
                <a:solidFill>
                  <a:srgbClr val="D4A34A"/>
                </a:solidFill>
              </a:defRPr>
            </a:lvl5pPr>
            <a:lvl6pPr>
              <a:defRPr sz="1050" b="1">
                <a:solidFill>
                  <a:srgbClr val="D4A34A"/>
                </a:solidFill>
              </a:defRPr>
            </a:lvl6pPr>
            <a:lvl7pPr>
              <a:defRPr sz="1050" b="1">
                <a:solidFill>
                  <a:srgbClr val="D4A34A"/>
                </a:solidFill>
              </a:defRPr>
            </a:lvl7pPr>
            <a:lvl8pPr>
              <a:defRPr sz="1050" b="1">
                <a:solidFill>
                  <a:srgbClr val="D4A34A"/>
                </a:solidFill>
              </a:defRPr>
            </a:lvl8pPr>
            <a:lvl9pPr>
              <a:defRPr sz="1050" b="1">
                <a:solidFill>
                  <a:srgbClr val="D4A3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4A34A"/>
                </a:solidFill>
              </a:defRPr>
            </a:pPr>
            <a:r>
              <a:rPr sz="1050" b="1">
                <a:solidFill>
                  <a:srgbClr val="D4A34A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3FE23-C543-4408-8D7E-BB8C7F6D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B41"/>
                </a:solidFill>
              </a:defRPr>
            </a:defPPr>
            <a:lvl1pPr>
              <a:defRPr sz="1875" b="1">
                <a:solidFill>
                  <a:srgbClr val="153B41"/>
                </a:solidFill>
              </a:defRPr>
            </a:lvl1pPr>
            <a:lvl2pPr>
              <a:defRPr sz="1875" b="1">
                <a:solidFill>
                  <a:srgbClr val="153B41"/>
                </a:solidFill>
              </a:defRPr>
            </a:lvl2pPr>
            <a:lvl3pPr>
              <a:defRPr sz="1875" b="1">
                <a:solidFill>
                  <a:srgbClr val="153B41"/>
                </a:solidFill>
              </a:defRPr>
            </a:lvl3pPr>
            <a:lvl4pPr>
              <a:defRPr sz="1875" b="1">
                <a:solidFill>
                  <a:srgbClr val="153B41"/>
                </a:solidFill>
              </a:defRPr>
            </a:lvl4pPr>
            <a:lvl5pPr>
              <a:defRPr sz="1875" b="1">
                <a:solidFill>
                  <a:srgbClr val="153B41"/>
                </a:solidFill>
              </a:defRPr>
            </a:lvl5pPr>
            <a:lvl6pPr>
              <a:defRPr sz="1875" b="1">
                <a:solidFill>
                  <a:srgbClr val="153B41"/>
                </a:solidFill>
              </a:defRPr>
            </a:lvl6pPr>
            <a:lvl7pPr>
              <a:defRPr sz="1875" b="1">
                <a:solidFill>
                  <a:srgbClr val="153B41"/>
                </a:solidFill>
              </a:defRPr>
            </a:lvl7pPr>
            <a:lvl8pPr>
              <a:defRPr sz="1875" b="1">
                <a:solidFill>
                  <a:srgbClr val="153B41"/>
                </a:solidFill>
              </a:defRPr>
            </a:lvl8pPr>
            <a:lvl9pPr>
              <a:defRPr sz="1875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Raw sales rows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Generic forecast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Random catalog similarity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One fraud score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Job-description paraphrase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284B2-9AF0-4B96-92ED-AB396FAD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D776D"/>
                </a:solidFill>
              </a:defRPr>
            </a:defPPr>
            <a:lvl1pPr>
              <a:defRPr sz="1050" b="1">
                <a:solidFill>
                  <a:srgbClr val="0D776D"/>
                </a:solidFill>
              </a:defRPr>
            </a:lvl1pPr>
            <a:lvl2pPr>
              <a:defRPr sz="1050" b="1">
                <a:solidFill>
                  <a:srgbClr val="0D776D"/>
                </a:solidFill>
              </a:defRPr>
            </a:lvl2pPr>
            <a:lvl3pPr>
              <a:defRPr sz="1050" b="1">
                <a:solidFill>
                  <a:srgbClr val="0D776D"/>
                </a:solidFill>
              </a:defRPr>
            </a:lvl3pPr>
            <a:lvl4pPr>
              <a:defRPr sz="1050" b="1">
                <a:solidFill>
                  <a:srgbClr val="0D776D"/>
                </a:solidFill>
              </a:defRPr>
            </a:lvl4pPr>
            <a:lvl5pPr>
              <a:defRPr sz="1050" b="1">
                <a:solidFill>
                  <a:srgbClr val="0D776D"/>
                </a:solidFill>
              </a:defRPr>
            </a:lvl5pPr>
            <a:lvl6pPr>
              <a:defRPr sz="1050" b="1">
                <a:solidFill>
                  <a:srgbClr val="0D776D"/>
                </a:solidFill>
              </a:defRPr>
            </a:lvl6pPr>
            <a:lvl7pPr>
              <a:defRPr sz="1050" b="1">
                <a:solidFill>
                  <a:srgbClr val="0D776D"/>
                </a:solidFill>
              </a:defRPr>
            </a:lvl7pPr>
            <a:lvl8pPr>
              <a:defRPr sz="1050" b="1">
                <a:solidFill>
                  <a:srgbClr val="0D776D"/>
                </a:solidFill>
              </a:defRPr>
            </a:lvl8pPr>
            <a:lvl9pPr>
              <a:defRPr sz="1050" b="1">
                <a:solidFill>
                  <a:srgbClr val="0D776D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D776D"/>
                </a:solidFill>
              </a:defRPr>
            </a:pPr>
            <a:r>
              <a:rPr sz="1050" b="1">
                <a:solidFill>
                  <a:srgbClr val="0D776D"/>
                </a:solidFill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B04A4-2ED2-4DA7-929A-D069DE7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B41"/>
                </a:solidFill>
              </a:defRPr>
            </a:defPPr>
            <a:lvl1pPr>
              <a:defRPr sz="1875" b="1">
                <a:solidFill>
                  <a:srgbClr val="153B41"/>
                </a:solidFill>
              </a:defRPr>
            </a:lvl1pPr>
            <a:lvl2pPr>
              <a:defRPr sz="1875" b="1">
                <a:solidFill>
                  <a:srgbClr val="153B41"/>
                </a:solidFill>
              </a:defRPr>
            </a:lvl2pPr>
            <a:lvl3pPr>
              <a:defRPr sz="1875" b="1">
                <a:solidFill>
                  <a:srgbClr val="153B41"/>
                </a:solidFill>
              </a:defRPr>
            </a:lvl3pPr>
            <a:lvl4pPr>
              <a:defRPr sz="1875" b="1">
                <a:solidFill>
                  <a:srgbClr val="153B41"/>
                </a:solidFill>
              </a:defRPr>
            </a:lvl4pPr>
            <a:lvl5pPr>
              <a:defRPr sz="1875" b="1">
                <a:solidFill>
                  <a:srgbClr val="153B41"/>
                </a:solidFill>
              </a:defRPr>
            </a:lvl5pPr>
            <a:lvl6pPr>
              <a:defRPr sz="1875" b="1">
                <a:solidFill>
                  <a:srgbClr val="153B41"/>
                </a:solidFill>
              </a:defRPr>
            </a:lvl6pPr>
            <a:lvl7pPr>
              <a:defRPr sz="1875" b="1">
                <a:solidFill>
                  <a:srgbClr val="153B41"/>
                </a:solidFill>
              </a:defRPr>
            </a:lvl7pPr>
            <a:lvl8pPr>
              <a:defRPr sz="1875" b="1">
                <a:solidFill>
                  <a:srgbClr val="153B41"/>
                </a:solidFill>
              </a:defRPr>
            </a:lvl8pPr>
            <a:lvl9pPr>
              <a:defRPr sz="1875" b="1">
                <a:solidFill>
                  <a:srgbClr val="153B4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Named product and history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Readiness and validation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Catalog abstention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Evidence and next checks</a:t>
            </a:r>
          </a:p>
          <a:p xmlns:a="http://schemas.openxmlformats.org/drawingml/2006/main">
            <a:pPr>
              <a:defRPr sz="1875" b="1">
                <a:solidFill>
                  <a:srgbClr val="153B41"/>
                </a:solidFill>
              </a:defRPr>
            </a:pPr>
            <a:r>
              <a:rPr sz="1875" b="1">
                <a:solidFill>
                  <a:srgbClr val="153B41"/>
                </a:solidFill>
              </a:rPr>
              <a:t>Complete hiring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760D2-E99D-468F-B2A5-C036BF8A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D7A"/>
                </a:solidFill>
              </a:defRPr>
            </a:defPPr>
            <a:lvl1pPr>
              <a:defRPr sz="1350" b="0">
                <a:solidFill>
                  <a:srgbClr val="607D7A"/>
                </a:solidFill>
              </a:defRPr>
            </a:lvl1pPr>
            <a:lvl2pPr>
              <a:defRPr sz="1350" b="0">
                <a:solidFill>
                  <a:srgbClr val="607D7A"/>
                </a:solidFill>
              </a:defRPr>
            </a:lvl2pPr>
            <a:lvl3pPr>
              <a:defRPr sz="1350" b="0">
                <a:solidFill>
                  <a:srgbClr val="607D7A"/>
                </a:solidFill>
              </a:defRPr>
            </a:lvl3pPr>
            <a:lvl4pPr>
              <a:defRPr sz="1350" b="0">
                <a:solidFill>
                  <a:srgbClr val="607D7A"/>
                </a:solidFill>
              </a:defRPr>
            </a:lvl4pPr>
            <a:lvl5pPr>
              <a:defRPr sz="1350" b="0">
                <a:solidFill>
                  <a:srgbClr val="607D7A"/>
                </a:solidFill>
              </a:defRPr>
            </a:lvl5pPr>
            <a:lvl6pPr>
              <a:defRPr sz="1350" b="0">
                <a:solidFill>
                  <a:srgbClr val="607D7A"/>
                </a:solidFill>
              </a:defRPr>
            </a:lvl6pPr>
            <a:lvl7pPr>
              <a:defRPr sz="1350" b="0">
                <a:solidFill>
                  <a:srgbClr val="607D7A"/>
                </a:solidFill>
              </a:defRPr>
            </a:lvl7pPr>
            <a:lvl8pPr>
              <a:defRPr sz="1350" b="0">
                <a:solidFill>
                  <a:srgbClr val="607D7A"/>
                </a:solidFill>
              </a:defRPr>
            </a:lvl8pPr>
            <a:lvl9pPr>
              <a:defRPr sz="1350" b="0">
                <a:solidFill>
                  <a:srgbClr val="607D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7D7A"/>
                </a:solidFill>
              </a:defRPr>
            </a:pPr>
            <a:r>
              <a:rPr sz="1350" b="0">
                <a:solidFill>
                  <a:srgbClr val="607D7A"/>
                </a:solidFill>
              </a:rPr>
              <a:t>The platform supports a decision while showing what it knows, what it assumes, and what remains missing.</a:t>
            </a:r>
          </a:p>
        </p:txBody>
      </p:sp>
    </p:spTree>
    <p:extLst>
      <p:ext uri="{BB962C8B-B14F-4D97-AF65-F5344CB8AC3E}">
        <p14:creationId xmlns:p14="http://schemas.microsoft.com/office/powerpoint/2010/main" val="1910839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2026-10-19T03:55:04.4270000Z</dcterms:created>
  <dcterms:modified xsi:type="dcterms:W3CDTF">2026-10-19T03:55:04.4270000Z</dcterms:modified>
</coreProperties>
</file>