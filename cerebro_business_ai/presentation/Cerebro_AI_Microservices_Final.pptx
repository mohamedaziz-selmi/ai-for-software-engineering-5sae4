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cfb5850f8748d3" /><Relationship Type="http://schemas.openxmlformats.org/officeDocument/2006/relationships/extended-properties" Target="/docProps/app.xml" Id="Rf7e5dece8b6f4960" /><Relationship Type="http://schemas.openxmlformats.org/officeDocument/2006/relationships/officeDocument" Target="/ppt/presentation.xml" Id="R05069499ff5247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dbb55afccc45d8"/>
  </p:sldMasterIdLst>
  <p:notesMasterIdLst>
    <p:notesMasterId xmlns:r="http://schemas.openxmlformats.org/officeDocument/2006/relationships" r:id="R976e9c96a1bb430b"/>
  </p:notesMasterIdLst>
  <p:sldIdLst>
    <p:sldId xmlns:r="http://schemas.openxmlformats.org/officeDocument/2006/relationships" id="256" r:id="R888a92a982ce4b3c"/>
    <p:sldId xmlns:r="http://schemas.openxmlformats.org/officeDocument/2006/relationships" id="257" r:id="Rb1efd1b3bf014623"/>
    <p:sldId xmlns:r="http://schemas.openxmlformats.org/officeDocument/2006/relationships" id="258" r:id="Rb967df930d4d4f05"/>
    <p:sldId xmlns:r="http://schemas.openxmlformats.org/officeDocument/2006/relationships" id="259" r:id="R674a53a012244f5b"/>
    <p:sldId xmlns:r="http://schemas.openxmlformats.org/officeDocument/2006/relationships" id="260" r:id="R6c2f4fab14cb416e"/>
    <p:sldId xmlns:r="http://schemas.openxmlformats.org/officeDocument/2006/relationships" id="261" r:id="R4758cecd070744f0"/>
    <p:sldId xmlns:r="http://schemas.openxmlformats.org/officeDocument/2006/relationships" id="262" r:id="R2baf60eb5175498d"/>
    <p:sldId xmlns:r="http://schemas.openxmlformats.org/officeDocument/2006/relationships" id="263" r:id="R9ed83203a3ce45cb"/>
    <p:sldId xmlns:r="http://schemas.openxmlformats.org/officeDocument/2006/relationships" id="264" r:id="R86cb2322791d4361"/>
    <p:sldId xmlns:r="http://schemas.openxmlformats.org/officeDocument/2006/relationships" id="265" r:id="R2fc62d9f750d459d"/>
    <p:sldId xmlns:r="http://schemas.openxmlformats.org/officeDocument/2006/relationships" id="266" r:id="R338dc3752c924053"/>
    <p:sldId xmlns:r="http://schemas.openxmlformats.org/officeDocument/2006/relationships" id="267" r:id="Rba0e5ef3be394456"/>
    <p:sldId xmlns:r="http://schemas.openxmlformats.org/officeDocument/2006/relationships" id="268" r:id="Rd10ea61da8a64e0b"/>
    <p:sldId xmlns:r="http://schemas.openxmlformats.org/officeDocument/2006/relationships" id="269" r:id="R0efdb973e04245bd"/>
    <p:sldId xmlns:r="http://schemas.openxmlformats.org/officeDocument/2006/relationships" id="270" r:id="R9597e091678d48c6"/>
    <p:sldId xmlns:r="http://schemas.openxmlformats.org/officeDocument/2006/relationships" id="271" r:id="Rc12478f5db3b4761"/>
    <p:sldId xmlns:r="http://schemas.openxmlformats.org/officeDocument/2006/relationships" id="272" r:id="R2794cfa3047a4fa9"/>
    <p:sldId xmlns:r="http://schemas.openxmlformats.org/officeDocument/2006/relationships" id="273" r:id="R0e9dc5f7d36c4f02"/>
    <p:sldId xmlns:r="http://schemas.openxmlformats.org/officeDocument/2006/relationships" id="274" r:id="Ra6a2134d1e4b479b"/>
    <p:sldId xmlns:r="http://schemas.openxmlformats.org/officeDocument/2006/relationships" id="275" r:id="Rc133afbc93844111"/>
    <p:sldId xmlns:r="http://schemas.openxmlformats.org/officeDocument/2006/relationships" id="276" r:id="Racbf601c59c34d1f"/>
    <p:sldId xmlns:r="http://schemas.openxmlformats.org/officeDocument/2006/relationships" id="277" r:id="R405146ef5b0f4f8d"/>
    <p:sldId xmlns:r="http://schemas.openxmlformats.org/officeDocument/2006/relationships" id="278" r:id="R64ae96a610544275"/>
    <p:sldId xmlns:r="http://schemas.openxmlformats.org/officeDocument/2006/relationships" id="279" r:id="R05ae9edd51184248"/>
    <p:sldId xmlns:r="http://schemas.openxmlformats.org/officeDocument/2006/relationships" id="280" r:id="R655520476fad4389"/>
    <p:sldId xmlns:r="http://schemas.openxmlformats.org/officeDocument/2006/relationships" id="281" r:id="Ra08eb357d3954362"/>
    <p:sldId xmlns:r="http://schemas.openxmlformats.org/officeDocument/2006/relationships" id="282" r:id="R049cd23e63174dfd"/>
    <p:sldId xmlns:r="http://schemas.openxmlformats.org/officeDocument/2006/relationships" id="283" r:id="R31d9d414e9114c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348cf80ae74e55" /><Relationship Type="http://schemas.openxmlformats.org/officeDocument/2006/relationships/slideMaster" Target="/ppt/slideMasters/slideMaster1.xml" Id="R99dbb55afccc45d8" /><Relationship Type="http://schemas.openxmlformats.org/officeDocument/2006/relationships/notesMaster" Target="/ppt/notesMasters/notesMaster1.xml" Id="R976e9c96a1bb430b" /><Relationship Type="http://schemas.openxmlformats.org/officeDocument/2006/relationships/presProps" Target="/ppt/presProps.xml" Id="Raef7ba1890114132" /><Relationship Type="http://schemas.openxmlformats.org/officeDocument/2006/relationships/tableStyles" Target="/ppt/tableStyles.xml" Id="R998f8a5595e04363" /><Relationship Type="http://schemas.openxmlformats.org/officeDocument/2006/relationships/slide" Target="/ppt/slides/slide1.xml" Id="R888a92a982ce4b3c" /><Relationship Type="http://schemas.openxmlformats.org/officeDocument/2006/relationships/slide" Target="/ppt/slides/slide2.xml" Id="Rb1efd1b3bf014623" /><Relationship Type="http://schemas.openxmlformats.org/officeDocument/2006/relationships/slide" Target="/ppt/slides/slide3.xml" Id="Rb967df930d4d4f05" /><Relationship Type="http://schemas.openxmlformats.org/officeDocument/2006/relationships/slide" Target="/ppt/slides/slide4.xml" Id="R674a53a012244f5b" /><Relationship Type="http://schemas.openxmlformats.org/officeDocument/2006/relationships/slide" Target="/ppt/slides/slide5.xml" Id="R6c2f4fab14cb416e" /><Relationship Type="http://schemas.openxmlformats.org/officeDocument/2006/relationships/slide" Target="/ppt/slides/slide6.xml" Id="R4758cecd070744f0" /><Relationship Type="http://schemas.openxmlformats.org/officeDocument/2006/relationships/slide" Target="/ppt/slides/slide7.xml" Id="R2baf60eb5175498d" /><Relationship Type="http://schemas.openxmlformats.org/officeDocument/2006/relationships/slide" Target="/ppt/slides/slide8.xml" Id="R9ed83203a3ce45cb" /><Relationship Type="http://schemas.openxmlformats.org/officeDocument/2006/relationships/slide" Target="/ppt/slides/slide9.xml" Id="R86cb2322791d4361" /><Relationship Type="http://schemas.openxmlformats.org/officeDocument/2006/relationships/slide" Target="/ppt/slides/slide10.xml" Id="R2fc62d9f750d459d" /><Relationship Type="http://schemas.openxmlformats.org/officeDocument/2006/relationships/slide" Target="/ppt/slides/slide11.xml" Id="R338dc3752c924053" /><Relationship Type="http://schemas.openxmlformats.org/officeDocument/2006/relationships/slide" Target="/ppt/slides/slide12.xml" Id="Rba0e5ef3be394456" /><Relationship Type="http://schemas.openxmlformats.org/officeDocument/2006/relationships/slide" Target="/ppt/slides/slide13.xml" Id="Rd10ea61da8a64e0b" /><Relationship Type="http://schemas.openxmlformats.org/officeDocument/2006/relationships/slide" Target="/ppt/slides/slide14.xml" Id="R0efdb973e04245bd" /><Relationship Type="http://schemas.openxmlformats.org/officeDocument/2006/relationships/slide" Target="/ppt/slides/slide15.xml" Id="R9597e091678d48c6" /><Relationship Type="http://schemas.openxmlformats.org/officeDocument/2006/relationships/slide" Target="/ppt/slides/slide16.xml" Id="Rc12478f5db3b4761" /><Relationship Type="http://schemas.openxmlformats.org/officeDocument/2006/relationships/slide" Target="/ppt/slides/slide17.xml" Id="R2794cfa3047a4fa9" /><Relationship Type="http://schemas.openxmlformats.org/officeDocument/2006/relationships/slide" Target="/ppt/slides/slide18.xml" Id="R0e9dc5f7d36c4f02" /><Relationship Type="http://schemas.openxmlformats.org/officeDocument/2006/relationships/slide" Target="/ppt/slides/slide19.xml" Id="Ra6a2134d1e4b479b" /><Relationship Type="http://schemas.openxmlformats.org/officeDocument/2006/relationships/slide" Target="/ppt/slides/slide20.xml" Id="Rc133afbc93844111" /><Relationship Type="http://schemas.openxmlformats.org/officeDocument/2006/relationships/slide" Target="/ppt/slides/slide21.xml" Id="Racbf601c59c34d1f" /><Relationship Type="http://schemas.openxmlformats.org/officeDocument/2006/relationships/slide" Target="/ppt/slides/slide22.xml" Id="R405146ef5b0f4f8d" /><Relationship Type="http://schemas.openxmlformats.org/officeDocument/2006/relationships/slide" Target="/ppt/slides/slide23.xml" Id="R64ae96a610544275" /><Relationship Type="http://schemas.openxmlformats.org/officeDocument/2006/relationships/slide" Target="/ppt/slides/slide24.xml" Id="R05ae9edd51184248" /><Relationship Type="http://schemas.openxmlformats.org/officeDocument/2006/relationships/slide" Target="/ppt/slides/slide25.xml" Id="R655520476fad4389" /><Relationship Type="http://schemas.openxmlformats.org/officeDocument/2006/relationships/slide" Target="/ppt/slides/slide26.xml" Id="Ra08eb357d3954362" /><Relationship Type="http://schemas.openxmlformats.org/officeDocument/2006/relationships/slide" Target="/ppt/slides/slide27.xml" Id="R049cd23e63174dfd" /><Relationship Type="http://schemas.openxmlformats.org/officeDocument/2006/relationships/slide" Target="/ppt/slides/slide28.xml" Id="R31d9d414e9114c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d749af7eec4e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93693798404ec8" /><Relationship Type="http://schemas.openxmlformats.org/officeDocument/2006/relationships/notesMaster" Target="/ppt/notesMasters/notesMaster1.xml" Id="R54d1a58042ea4f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54e45ea4184e3c" /><Relationship Type="http://schemas.openxmlformats.org/officeDocument/2006/relationships/notesMaster" Target="/ppt/notesMasters/notesMaster1.xml" Id="R4278957b07bf4e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ddf79ec6184b70" /><Relationship Type="http://schemas.openxmlformats.org/officeDocument/2006/relationships/notesMaster" Target="/ppt/notesMasters/notesMaster1.xml" Id="R1f07c760f81e4d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a21f2ad8f04102" /><Relationship Type="http://schemas.openxmlformats.org/officeDocument/2006/relationships/notesMaster" Target="/ppt/notesMasters/notesMaster1.xml" Id="R3dc4df0a0f0347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f4a8bc4b5c4dfe" /><Relationship Type="http://schemas.openxmlformats.org/officeDocument/2006/relationships/notesMaster" Target="/ppt/notesMasters/notesMaster1.xml" Id="Raf5681aabf0e4a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4098c2c7414506" /><Relationship Type="http://schemas.openxmlformats.org/officeDocument/2006/relationships/notesMaster" Target="/ppt/notesMasters/notesMaster1.xml" Id="Rab3ef9438c8440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c4576d93484591" /><Relationship Type="http://schemas.openxmlformats.org/officeDocument/2006/relationships/notesMaster" Target="/ppt/notesMasters/notesMaster1.xml" Id="R2b3cc7d620af44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6f51dbb9dd4127" /><Relationship Type="http://schemas.openxmlformats.org/officeDocument/2006/relationships/notesMaster" Target="/ppt/notesMasters/notesMaster1.xml" Id="Racd0f2fcf16d4c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88e76176b54be7" /><Relationship Type="http://schemas.openxmlformats.org/officeDocument/2006/relationships/notesMaster" Target="/ppt/notesMasters/notesMaster1.xml" Id="Rfe1479e008564e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3d207054864283" /><Relationship Type="http://schemas.openxmlformats.org/officeDocument/2006/relationships/notesMaster" Target="/ppt/notesMasters/notesMaster1.xml" Id="R0ae9d0e7305443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db34de3ba648b0" /><Relationship Type="http://schemas.openxmlformats.org/officeDocument/2006/relationships/notesMaster" Target="/ppt/notesMasters/notesMaster1.xml" Id="R58aed90e5ce040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054233a8aa4f27" /><Relationship Type="http://schemas.openxmlformats.org/officeDocument/2006/relationships/notesMaster" Target="/ppt/notesMasters/notesMaster1.xml" Id="Rbdeed17c86b74e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600a69f20f455d" /><Relationship Type="http://schemas.openxmlformats.org/officeDocument/2006/relationships/notesMaster" Target="/ppt/notesMasters/notesMaster1.xml" Id="R1534ad4072ca4e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a9c17e9fc441ac" /><Relationship Type="http://schemas.openxmlformats.org/officeDocument/2006/relationships/notesMaster" Target="/ppt/notesMasters/notesMaster1.xml" Id="R565eaaaad10a46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8e8b55a8704f90" /><Relationship Type="http://schemas.openxmlformats.org/officeDocument/2006/relationships/notesMaster" Target="/ppt/notesMasters/notesMaster1.xml" Id="R15f858e7e3b44b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442d4cf0854fe5" /><Relationship Type="http://schemas.openxmlformats.org/officeDocument/2006/relationships/notesMaster" Target="/ppt/notesMasters/notesMaster1.xml" Id="Rcbb70de5b8af42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4e40ea2204c4151" /><Relationship Type="http://schemas.openxmlformats.org/officeDocument/2006/relationships/notesMaster" Target="/ppt/notesMasters/notesMaster1.xml" Id="Rf41cee2d8e1a47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456e923c2b4eb1" /><Relationship Type="http://schemas.openxmlformats.org/officeDocument/2006/relationships/notesMaster" Target="/ppt/notesMasters/notesMaster1.xml" Id="R4de2af8bcbae445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b9831da600450c" /><Relationship Type="http://schemas.openxmlformats.org/officeDocument/2006/relationships/notesMaster" Target="/ppt/notesMasters/notesMaster1.xml" Id="R90b8dc616f7b4bf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227a78505a4012" /><Relationship Type="http://schemas.openxmlformats.org/officeDocument/2006/relationships/notesMaster" Target="/ppt/notesMasters/notesMaster1.xml" Id="R354aca70282e485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9defc6cdd614492" /><Relationship Type="http://schemas.openxmlformats.org/officeDocument/2006/relationships/notesMaster" Target="/ppt/notesMasters/notesMaster1.xml" Id="R6edda2d3f4f346c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8e3d96b21f4837" /><Relationship Type="http://schemas.openxmlformats.org/officeDocument/2006/relationships/notesMaster" Target="/ppt/notesMasters/notesMaster1.xml" Id="Re0af6b447f7a44f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e1fb0beb04140a0" /><Relationship Type="http://schemas.openxmlformats.org/officeDocument/2006/relationships/notesMaster" Target="/ppt/notesMasters/notesMaster1.xml" Id="R4bb3d8b48afe412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e7a9f11b9b642d8" /><Relationship Type="http://schemas.openxmlformats.org/officeDocument/2006/relationships/notesMaster" Target="/ppt/notesMasters/notesMaster1.xml" Id="R00f303c2e74b434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dce0b383f584c8d" /><Relationship Type="http://schemas.openxmlformats.org/officeDocument/2006/relationships/notesMaster" Target="/ppt/notesMasters/notesMaster1.xml" Id="R3bb07426dc874d2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7fd05d06447467d" /><Relationship Type="http://schemas.openxmlformats.org/officeDocument/2006/relationships/notesMaster" Target="/ppt/notesMasters/notesMaster1.xml" Id="Rbe24b18893514f5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05c175ed49e4fac" /><Relationship Type="http://schemas.openxmlformats.org/officeDocument/2006/relationships/notesMaster" Target="/ppt/notesMasters/notesMaster1.xml" Id="Rfe7152ac33b9457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d61d2ab2e474099" /><Relationship Type="http://schemas.openxmlformats.org/officeDocument/2006/relationships/notesMaster" Target="/ppt/notesMasters/notesMaster1.xml" Id="Rb3e9f690928d40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Présentation finale du projet Cerebro. Les éléments chiffrés viennent des expériences enregistrées dans le dépôt.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cible implémentée localement. Les services sont indépendants et possèdent chacun leur documentation OpenAPI.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scores sont historiques et conservés dans data/phase4/job_fraud/metrics.json. Une prédiction ne constitue pas une preuve de fraude.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chaînes sont des extraits des réponses réelles des endpoints. Elles illustrent aussi la latence de démarrage et de modèle chaud.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Résultats réels de data/phase4/m5_200_series_metrics.json. L’expérience reste représentative et ne prétend pas couvrir tout l’espace M5.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valeurs sont les résultats réels du test 200 séries. Ne pas interpréter la différence avec l’expérience 20 séries comme un gain contrôlé.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L’analyse par volume est stockée dans le metadata 200-series. MAE, RMSE et taux de zéros complètent WAPE.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réponse réelle contenait deux références Amazon et les champs structurés title, description, features, keywords et category_suggestion.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routes ont été testées via HTTP sur le gateway réel.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documents JSON ont été interrogés en direct. La capture UI a été bloquée par le runtime Windows et le volume D: verrouillé.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Mesures réelles issues de ResourceGuard et de phase2_hardware.py. Les caps exacts ne sont pas garantis par un logiciel utilisateur.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report réel : 25 tests passés avec deux warnings non bloquants.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Cette slide distingue explicitement les preuves HTTP disponibles des captures non réalisées.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: présenter le système comme un prototype académique vérifié, avec des résultats réels et des limites explicites.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f4610009247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e1a98ebad4e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b756f982a46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27d637a4949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cd08621d624d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246b6d774f41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87B6CD-86BE-4478-96D0-A751AC6717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EC3B66-83CF-4B07-B66F-E97998F64B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A7FBD32-F9F8-40F4-B82B-5B377982C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5BC584-9BDD-4D7F-8DE8-5C49BB43B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95C45B-DCE0-4B4E-9F0C-CF772C5891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F7D857-45D9-4AC1-9EC8-C41828283F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125E0D-0D4B-4902-AE7D-4A495670AF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1B26F7-9D1B-4D87-ADF8-2333BDBDEE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897B79-41F8-4B4D-9A03-D09A2B0AA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F519B9-0BED-4C24-817E-47FDB9232B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990566080c4099" /><Relationship Type="http://schemas.openxmlformats.org/officeDocument/2006/relationships/slideLayout" Target="/ppt/slideLayouts/slideLayout1.xml" Id="R43a8ddf9f59e4a02" /><Relationship Type="http://schemas.openxmlformats.org/officeDocument/2006/relationships/slideLayout" Target="/ppt/slideLayouts/slideLayout2.xml" Id="R0657fd56f045426a" /><Relationship Type="http://schemas.openxmlformats.org/officeDocument/2006/relationships/slideLayout" Target="/ppt/slideLayouts/slideLayout3.xml" Id="R3c1225a5bc3d4253" /><Relationship Type="http://schemas.openxmlformats.org/officeDocument/2006/relationships/slideLayout" Target="/ppt/slideLayouts/slideLayout4.xml" Id="Rec15ecb429ef40f4" /><Relationship Type="http://schemas.openxmlformats.org/officeDocument/2006/relationships/slideLayout" Target="/ppt/slideLayouts/slideLayout5.xml" Id="R02ff403e68774e40" /><Relationship Type="http://schemas.openxmlformats.org/officeDocument/2006/relationships/slideLayout" Target="/ppt/slideLayouts/slideLayout6.xml" Id="R0e07e56a0ac347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a8ddf9f59e4a02"/>
    <p:sldLayoutId xmlns:r="http://schemas.openxmlformats.org/officeDocument/2006/relationships" id="2147483650" r:id="R0657fd56f045426a"/>
    <p:sldLayoutId xmlns:r="http://schemas.openxmlformats.org/officeDocument/2006/relationships" id="2147483651" r:id="R3c1225a5bc3d4253"/>
    <p:sldLayoutId xmlns:r="http://schemas.openxmlformats.org/officeDocument/2006/relationships" id="2147483652" r:id="Rec15ecb429ef40f4"/>
    <p:sldLayoutId xmlns:r="http://schemas.openxmlformats.org/officeDocument/2006/relationships" id="2147483653" r:id="R02ff403e68774e40"/>
    <p:sldLayoutId xmlns:r="http://schemas.openxmlformats.org/officeDocument/2006/relationships" id="2147483654" r:id="R0e07e56a0ac347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a3d01c96e84577" /><Relationship Type="http://schemas.openxmlformats.org/officeDocument/2006/relationships/notesSlide" Target="/ppt/notesSlides/notesSlide1.xml" Id="R2bef692d067745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dfdb4bb5634bef" /><Relationship Type="http://schemas.openxmlformats.org/officeDocument/2006/relationships/notesSlide" Target="/ppt/notesSlides/notesSlide2.xml" Id="R6ee43a1ddae54c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ed0b7d79b4bc2" /><Relationship Type="http://schemas.openxmlformats.org/officeDocument/2006/relationships/notesSlide" Target="/ppt/notesSlides/notesSlide3.xml" Id="R647f5950614f40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85f9030f764bcd" /><Relationship Type="http://schemas.openxmlformats.org/officeDocument/2006/relationships/notesSlide" Target="/ppt/notesSlides/notesSlide4.xml" Id="Re018a7d5561844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b8aacad59341b6" /><Relationship Type="http://schemas.openxmlformats.org/officeDocument/2006/relationships/notesSlide" Target="/ppt/notesSlides/notesSlide5.xml" Id="Rd648200181bc48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c38d1338f4500" /><Relationship Type="http://schemas.openxmlformats.org/officeDocument/2006/relationships/notesSlide" Target="/ppt/notesSlides/notesSlide6.xml" Id="Rbbe6be70aa8745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86cac0238e48db" /><Relationship Type="http://schemas.openxmlformats.org/officeDocument/2006/relationships/notesSlide" Target="/ppt/notesSlides/notesSlide7.xml" Id="R93d4ccc2d33947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4b8d04a554f0d" /><Relationship Type="http://schemas.openxmlformats.org/officeDocument/2006/relationships/notesSlide" Target="/ppt/notesSlides/notesSlide8.xml" Id="R579d8368bfd342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70c2d30924113" /><Relationship Type="http://schemas.openxmlformats.org/officeDocument/2006/relationships/notesSlide" Target="/ppt/notesSlides/notesSlide9.xml" Id="R5f3a7a26c51c43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398ce34a8e43f3" /><Relationship Type="http://schemas.openxmlformats.org/officeDocument/2006/relationships/notesSlide" Target="/ppt/notesSlides/notesSlide10.xml" Id="R1af40383a02840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2922383256468d" /><Relationship Type="http://schemas.openxmlformats.org/officeDocument/2006/relationships/notesSlide" Target="/ppt/notesSlides/notesSlide11.xml" Id="Rcbe1b1112b5941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d2a8a63b51403b" /><Relationship Type="http://schemas.openxmlformats.org/officeDocument/2006/relationships/notesSlide" Target="/ppt/notesSlides/notesSlide12.xml" Id="R1f3e7f22864640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c19c6e2884895" /><Relationship Type="http://schemas.openxmlformats.org/officeDocument/2006/relationships/image" Target="/ppt/media/image.png" Id="R44b470c2006f49e5" /><Relationship Type="http://schemas.openxmlformats.org/officeDocument/2006/relationships/notesSlide" Target="/ppt/notesSlides/notesSlide13.xml" Id="R9da496f9836845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0bf2849dc4d15" /><Relationship Type="http://schemas.openxmlformats.org/officeDocument/2006/relationships/notesSlide" Target="/ppt/notesSlides/notesSlide14.xml" Id="R8de716ffc9e44c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07c2cb19342db" /><Relationship Type="http://schemas.openxmlformats.org/officeDocument/2006/relationships/notesSlide" Target="/ppt/notesSlides/notesSlide15.xml" Id="R85401a6112a546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7fce8037634546" /><Relationship Type="http://schemas.openxmlformats.org/officeDocument/2006/relationships/notesSlide" Target="/ppt/notesSlides/notesSlide16.xml" Id="Reb368bf88fd2459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7b02df1b0741de" /><Relationship Type="http://schemas.openxmlformats.org/officeDocument/2006/relationships/notesSlide" Target="/ppt/notesSlides/notesSlide17.xml" Id="R2a2ee272e3a047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b549ba88e4ad5" /><Relationship Type="http://schemas.openxmlformats.org/officeDocument/2006/relationships/notesSlide" Target="/ppt/notesSlides/notesSlide18.xml" Id="R195eb8c11e1841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48eb056f84e24" /><Relationship Type="http://schemas.openxmlformats.org/officeDocument/2006/relationships/notesSlide" Target="/ppt/notesSlides/notesSlide19.xml" Id="R9853783764d343f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22afd508584195" /><Relationship Type="http://schemas.openxmlformats.org/officeDocument/2006/relationships/notesSlide" Target="/ppt/notesSlides/notesSlide20.xml" Id="Rc8ca94c95de9424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a0b87ac5a459f" /><Relationship Type="http://schemas.openxmlformats.org/officeDocument/2006/relationships/notesSlide" Target="/ppt/notesSlides/notesSlide21.xml" Id="R0bf3f38656b349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8e53f9a3c49bb" /><Relationship Type="http://schemas.openxmlformats.org/officeDocument/2006/relationships/notesSlide" Target="/ppt/notesSlides/notesSlide22.xml" Id="Rd7cbb080855243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d4ebf0374f4fd4" /><Relationship Type="http://schemas.openxmlformats.org/officeDocument/2006/relationships/notesSlide" Target="/ppt/notesSlides/notesSlide23.xml" Id="Rcc16a917a11c4ea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3f675fd3c84b24" /><Relationship Type="http://schemas.openxmlformats.org/officeDocument/2006/relationships/notesSlide" Target="/ppt/notesSlides/notesSlide24.xml" Id="R89891f83073f475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658b52bc046b6" /><Relationship Type="http://schemas.openxmlformats.org/officeDocument/2006/relationships/notesSlide" Target="/ppt/notesSlides/notesSlide25.xml" Id="Rde47ae06980647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df1d3e07a44f2" /><Relationship Type="http://schemas.openxmlformats.org/officeDocument/2006/relationships/notesSlide" Target="/ppt/notesSlides/notesSlide26.xml" Id="Rd772d0410c31472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462c2d0a24438" /><Relationship Type="http://schemas.openxmlformats.org/officeDocument/2006/relationships/notesSlide" Target="/ppt/notesSlides/notesSlide27.xml" Id="R1975d32c3a9247b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910a261a145bc" /><Relationship Type="http://schemas.openxmlformats.org/officeDocument/2006/relationships/notesSlide" Target="/ppt/notesSlides/notesSlide28.xml" Id="Rd8ac0147b80742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1532A-E0EA-42E5-A151-CCF2C73B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9FC3FF"/>
                </a:solidFill>
              </a:defRPr>
            </a:defPPr>
            <a:lvl1pPr>
              <a:defRPr sz="1200" b="1">
                <a:solidFill>
                  <a:srgbClr val="9FC3FF"/>
                </a:solidFill>
              </a:defRPr>
            </a:lvl1pPr>
            <a:lvl2pPr>
              <a:defRPr sz="1200" b="1">
                <a:solidFill>
                  <a:srgbClr val="9FC3FF"/>
                </a:solidFill>
              </a:defRPr>
            </a:lvl2pPr>
            <a:lvl3pPr>
              <a:defRPr sz="1200" b="1">
                <a:solidFill>
                  <a:srgbClr val="9FC3FF"/>
                </a:solidFill>
              </a:defRPr>
            </a:lvl3pPr>
            <a:lvl4pPr>
              <a:defRPr sz="1200" b="1">
                <a:solidFill>
                  <a:srgbClr val="9FC3FF"/>
                </a:solidFill>
              </a:defRPr>
            </a:lvl4pPr>
            <a:lvl5pPr>
              <a:defRPr sz="1200" b="1">
                <a:solidFill>
                  <a:srgbClr val="9FC3FF"/>
                </a:solidFill>
              </a:defRPr>
            </a:lvl5pPr>
            <a:lvl6pPr>
              <a:defRPr sz="1200" b="1">
                <a:solidFill>
                  <a:srgbClr val="9FC3FF"/>
                </a:solidFill>
              </a:defRPr>
            </a:lvl6pPr>
            <a:lvl7pPr>
              <a:defRPr sz="1200" b="1">
                <a:solidFill>
                  <a:srgbClr val="9FC3FF"/>
                </a:solidFill>
              </a:defRPr>
            </a:lvl7pPr>
            <a:lvl8pPr>
              <a:defRPr sz="1200" b="1">
                <a:solidFill>
                  <a:srgbClr val="9FC3FF"/>
                </a:solidFill>
              </a:defRPr>
            </a:lvl8pPr>
            <a:lvl9pPr>
              <a:defRPr sz="1200" b="1">
                <a:solidFill>
                  <a:srgbClr val="9FC3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9FC3FF"/>
                </a:solidFill>
              </a:defRPr>
            </a:pPr>
            <a:r>
              <a:rPr sz="1200" b="1">
                <a:solidFill>
                  <a:srgbClr val="9FC3FF"/>
                </a:solidFill>
              </a:rPr>
              <a:t>CEREBRO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8B408-FA1E-4EC7-BBC6-9ED5496C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350" b="1">
                <a:solidFill>
                  <a:srgbClr val="FFFFFF"/>
                </a:solidFill>
              </a:defRPr>
            </a:defPPr>
            <a:lvl1pPr>
              <a:defRPr sz="4350" b="1">
                <a:solidFill>
                  <a:srgbClr val="FFFFFF"/>
                </a:solidFill>
              </a:defRPr>
            </a:lvl1pPr>
            <a:lvl2pPr>
              <a:defRPr sz="4350" b="1">
                <a:solidFill>
                  <a:srgbClr val="FFFFFF"/>
                </a:solidFill>
              </a:defRPr>
            </a:lvl2pPr>
            <a:lvl3pPr>
              <a:defRPr sz="4350" b="1">
                <a:solidFill>
                  <a:srgbClr val="FFFFFF"/>
                </a:solidFill>
              </a:defRPr>
            </a:lvl3pPr>
            <a:lvl4pPr>
              <a:defRPr sz="4350" b="1">
                <a:solidFill>
                  <a:srgbClr val="FFFFFF"/>
                </a:solidFill>
              </a:defRPr>
            </a:lvl4pPr>
            <a:lvl5pPr>
              <a:defRPr sz="4350" b="1">
                <a:solidFill>
                  <a:srgbClr val="FFFFFF"/>
                </a:solidFill>
              </a:defRPr>
            </a:lvl5pPr>
            <a:lvl6pPr>
              <a:defRPr sz="4350" b="1">
                <a:solidFill>
                  <a:srgbClr val="FFFFFF"/>
                </a:solidFill>
              </a:defRPr>
            </a:lvl6pPr>
            <a:lvl7pPr>
              <a:defRPr sz="4350" b="1">
                <a:solidFill>
                  <a:srgbClr val="FFFFFF"/>
                </a:solidFill>
              </a:defRPr>
            </a:lvl7pPr>
            <a:lvl8pPr>
              <a:defRPr sz="4350" b="1">
                <a:solidFill>
                  <a:srgbClr val="FFFFFF"/>
                </a:solidFill>
              </a:defRPr>
            </a:lvl8pPr>
            <a:lvl9pPr>
              <a:defRPr sz="4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AI for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7DF86-9110-48D3-BC94-B322E113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C8D8EC"/>
                </a:solidFill>
              </a:defRPr>
            </a:defPPr>
            <a:lvl1pPr>
              <a:defRPr sz="1500" b="0">
                <a:solidFill>
                  <a:srgbClr val="C8D8EC"/>
                </a:solidFill>
              </a:defRPr>
            </a:lvl1pPr>
            <a:lvl2pPr>
              <a:defRPr sz="1500" b="0">
                <a:solidFill>
                  <a:srgbClr val="C8D8EC"/>
                </a:solidFill>
              </a:defRPr>
            </a:lvl2pPr>
            <a:lvl3pPr>
              <a:defRPr sz="1500" b="0">
                <a:solidFill>
                  <a:srgbClr val="C8D8EC"/>
                </a:solidFill>
              </a:defRPr>
            </a:lvl3pPr>
            <a:lvl4pPr>
              <a:defRPr sz="1500" b="0">
                <a:solidFill>
                  <a:srgbClr val="C8D8EC"/>
                </a:solidFill>
              </a:defRPr>
            </a:lvl4pPr>
            <a:lvl5pPr>
              <a:defRPr sz="1500" b="0">
                <a:solidFill>
                  <a:srgbClr val="C8D8EC"/>
                </a:solidFill>
              </a:defRPr>
            </a:lvl5pPr>
            <a:lvl6pPr>
              <a:defRPr sz="1500" b="0">
                <a:solidFill>
                  <a:srgbClr val="C8D8EC"/>
                </a:solidFill>
              </a:defRPr>
            </a:lvl6pPr>
            <a:lvl7pPr>
              <a:defRPr sz="1500" b="0">
                <a:solidFill>
                  <a:srgbClr val="C8D8EC"/>
                </a:solidFill>
              </a:defRPr>
            </a:lvl7pPr>
            <a:lvl8pPr>
              <a:defRPr sz="1500" b="0">
                <a:solidFill>
                  <a:srgbClr val="C8D8EC"/>
                </a:solidFill>
              </a:defRPr>
            </a:lvl8pPr>
            <a:lvl9pPr>
              <a:defRPr sz="1500" b="0">
                <a:solidFill>
                  <a:srgbClr val="C8D8E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8D8EC"/>
                </a:solidFill>
              </a:defRPr>
            </a:pPr>
            <a:r>
              <a:rPr sz="1500" b="0">
                <a:solidFill>
                  <a:srgbClr val="C8D8EC"/>
                </a:solidFill>
              </a:rPr>
              <a:t>Architecture microservices · modèles réels · démonstration locale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21799-84DE-40DF-8755-6B85A990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0015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B40DF-F943-4784-87BF-37E9AD17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152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6900" b="1">
                <a:solidFill>
                  <a:srgbClr val="FFFFFF"/>
                </a:solidFill>
              </a:defRPr>
            </a:defPPr>
            <a:lvl1pPr>
              <a:defRPr sz="6900" b="1">
                <a:solidFill>
                  <a:srgbClr val="FFFFFF"/>
                </a:solidFill>
              </a:defRPr>
            </a:lvl1pPr>
            <a:lvl2pPr>
              <a:defRPr sz="6900" b="1">
                <a:solidFill>
                  <a:srgbClr val="FFFFFF"/>
                </a:solidFill>
              </a:defRPr>
            </a:lvl2pPr>
            <a:lvl3pPr>
              <a:defRPr sz="6900" b="1">
                <a:solidFill>
                  <a:srgbClr val="FFFFFF"/>
                </a:solidFill>
              </a:defRPr>
            </a:lvl3pPr>
            <a:lvl4pPr>
              <a:defRPr sz="6900" b="1">
                <a:solidFill>
                  <a:srgbClr val="FFFFFF"/>
                </a:solidFill>
              </a:defRPr>
            </a:lvl4pPr>
            <a:lvl5pPr>
              <a:defRPr sz="6900" b="1">
                <a:solidFill>
                  <a:srgbClr val="FFFFFF"/>
                </a:solidFill>
              </a:defRPr>
            </a:lvl5pPr>
            <a:lvl6pPr>
              <a:defRPr sz="6900" b="1">
                <a:solidFill>
                  <a:srgbClr val="FFFFFF"/>
                </a:solidFill>
              </a:defRPr>
            </a:lvl6pPr>
            <a:lvl7pPr>
              <a:defRPr sz="6900" b="1">
                <a:solidFill>
                  <a:srgbClr val="FFFFFF"/>
                </a:solidFill>
              </a:defRPr>
            </a:lvl7pPr>
            <a:lvl8pPr>
              <a:defRPr sz="6900" b="1">
                <a:solidFill>
                  <a:srgbClr val="FFFFFF"/>
                </a:solidFill>
              </a:defRPr>
            </a:lvl8pPr>
            <a:lvl9pPr>
              <a:defRPr sz="6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FFFFFF"/>
                </a:solidFill>
              </a:defRPr>
            </a:pPr>
            <a:r>
              <a:rPr sz="6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D6415-EA54-4787-A457-F89495CC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93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services 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7A90A-3608-4719-AF6F-7E822094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C8D8EC"/>
                </a:solidFill>
              </a:defRPr>
            </a:defPPr>
            <a:lvl1pPr>
              <a:defRPr sz="1275" b="0">
                <a:solidFill>
                  <a:srgbClr val="C8D8EC"/>
                </a:solidFill>
              </a:defRPr>
            </a:lvl1pPr>
            <a:lvl2pPr>
              <a:defRPr sz="1275" b="0">
                <a:solidFill>
                  <a:srgbClr val="C8D8EC"/>
                </a:solidFill>
              </a:defRPr>
            </a:lvl2pPr>
            <a:lvl3pPr>
              <a:defRPr sz="1275" b="0">
                <a:solidFill>
                  <a:srgbClr val="C8D8EC"/>
                </a:solidFill>
              </a:defRPr>
            </a:lvl3pPr>
            <a:lvl4pPr>
              <a:defRPr sz="1275" b="0">
                <a:solidFill>
                  <a:srgbClr val="C8D8EC"/>
                </a:solidFill>
              </a:defRPr>
            </a:lvl4pPr>
            <a:lvl5pPr>
              <a:defRPr sz="1275" b="0">
                <a:solidFill>
                  <a:srgbClr val="C8D8EC"/>
                </a:solidFill>
              </a:defRPr>
            </a:lvl5pPr>
            <a:lvl6pPr>
              <a:defRPr sz="1275" b="0">
                <a:solidFill>
                  <a:srgbClr val="C8D8EC"/>
                </a:solidFill>
              </a:defRPr>
            </a:lvl6pPr>
            <a:lvl7pPr>
              <a:defRPr sz="1275" b="0">
                <a:solidFill>
                  <a:srgbClr val="C8D8EC"/>
                </a:solidFill>
              </a:defRPr>
            </a:lvl7pPr>
            <a:lvl8pPr>
              <a:defRPr sz="1275" b="0">
                <a:solidFill>
                  <a:srgbClr val="C8D8EC"/>
                </a:solidFill>
              </a:defRPr>
            </a:lvl8pPr>
            <a:lvl9pPr>
              <a:defRPr sz="1275" b="0">
                <a:solidFill>
                  <a:srgbClr val="C8D8E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8D8EC"/>
                </a:solidFill>
              </a:defRPr>
            </a:pPr>
            <a:r>
              <a:rPr sz="1275" b="0">
                <a:solidFill>
                  <a:srgbClr val="C8D8EC"/>
                </a:solidFill>
              </a:rPr>
              <a:t>ESPRIT 2026–2027</a:t>
            </a:r>
          </a:p>
        </p:txBody>
      </p:sp>
    </p:spTree>
    <p:extLst>
      <p:ext uri="{BB962C8B-B14F-4D97-AF65-F5344CB8AC3E}">
        <p14:creationId xmlns:p14="http://schemas.microsoft.com/office/powerpoint/2010/main" val="14781643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FF03B1-8E50-4ACA-BBF1-006BFCD6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02 · CONTEXTE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E0544-0F68-40CD-A9E4-3FE8E6D5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Un besoin produit, quatre décisions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92139-7E67-4D09-A5BD-742A7D19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Une marketplace doit réduire le risque et accélérer la création de contenu.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1F7A3-D524-4044-891D-4445575B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D7624-56DC-4988-AD20-868220A8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2E22D-3803-4FCE-86F5-A7F55A34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Problèmes traités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91424-1D76-4ED2-942D-17F16311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5F1A0-617C-4053-8C54-48CAB929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Offres d’emploi frauduleuses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168F4-FEEB-4A0A-8963-E6257F68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DABEA-6B44-48CE-9A3A-420D8287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Descriptions longues à rédiger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7FAAB-F9CE-4A8F-9F30-F16542FC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D7484-4773-4D0D-BDCD-721A10E3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Demande difficile à anticiper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0FA87-CB78-454A-BD05-DAB7098D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18F88-B1C6-419E-8BCE-22E4D913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Fiches produits parfois non vérifiables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9C183-43C5-4938-9C4F-CBAAE61C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Réponse Cerebro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743BD-B326-4C37-A0B8-46237D92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CC120-8057-4DA0-931D-2B40C34B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Classification et fraude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D8EC9-EB4F-43C8-8826-7C852262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7D418-04EA-44DF-A1E5-F2B2107F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Génération structurée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51921-8866-43D2-B841-D1AFA04B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EA87C8-310A-4B3E-8D71-3A79591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Prévision M5 chronologique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5C460-1889-4040-8F81-CC7D193F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DF9743-DBE7-4D3A-A55A-B9FE16BE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RAG catalogue + Gemma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1B43C-11F0-4C12-A41D-37685838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AE0B9D-7B97-41CD-B553-7E6CE0C0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8709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F44D8-9E3D-4A71-AE66-D32FAEE4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03 · OBJECTIFS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386C6-9495-4492-9655-D0DB8B9F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Objectifs fonctionnels et académiques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166C9-9E21-4B57-BE04-0291E193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L’architecture transforme des expérimentations isolées en services testables.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D91BC-8832-4675-88C0-85788F37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D2B8C-0514-4856-8504-5B90119E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B6C45-0726-4541-A021-4FE59F5F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Fonctionnel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CCEAF-974C-499D-A352-6E355761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F9D58-154C-4FDA-8919-30594838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Répondre par API versionnée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10629-F448-4EBF-B557-653C1206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4DF48-914B-49F4-BC40-5EACDB68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Exposer les modèles et leur état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17CC8-462A-4753-BF78-9C9DE5B6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5B263-F1D2-43C8-8BE4-702FD507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Afficher les erreurs honnêtement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932B3-1526-4CAA-A53C-DD30A3CB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30905-5AC1-41CE-9609-8801FB3E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Conserver une validation humaine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60323-12DF-4CF5-9CA0-7B86D075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Académique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4DD99-C8D8-403B-9540-9DCBE28B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5BB5C-0947-4EAD-8FA1-D3145339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Comparer des baselines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3429E-05B4-48DE-BD8F-840E6F2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8B6D3-F6A8-40BB-8872-315C503E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Éviter les fuites temporelles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68E73-E180-4D74-9C2F-509F9C31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4F159-86D5-4FBB-A4B3-CD2C0973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Tracer les données et artefacts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D81BF-E8B5-45E8-9A24-1A43D55F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825CA-7952-437E-A12A-4ABB319F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Mesurer ressources et limites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9B1007-B84E-445B-BB3F-076E031B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CC356-EF43-4480-AB2A-B73F4183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64213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419A9E-C0FE-41C7-AEE9-2D01CD38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04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08F08-3BEC-47D8-BB53-A391C784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Une frontière claire entre UI, gateway et modèles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8006C-D899-4CD9-91AA-94AA48B9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Les deux services génératifs partagent le même serveur Ollama.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10FF9-2183-4D0F-9D6C-603040C4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FBFAD-367F-44FF-A57A-AD393C68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19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0243E"/>
                </a:solidFill>
              </a:defRPr>
            </a:defPPr>
            <a:lvl1pPr>
              <a:defRPr sz="1350" b="1">
                <a:solidFill>
                  <a:srgbClr val="10243E"/>
                </a:solidFill>
              </a:defRPr>
            </a:lvl1pPr>
            <a:lvl2pPr>
              <a:defRPr sz="1350" b="1">
                <a:solidFill>
                  <a:srgbClr val="10243E"/>
                </a:solidFill>
              </a:defRPr>
            </a:lvl2pPr>
            <a:lvl3pPr>
              <a:defRPr sz="1350" b="1">
                <a:solidFill>
                  <a:srgbClr val="10243E"/>
                </a:solidFill>
              </a:defRPr>
            </a:lvl3pPr>
            <a:lvl4pPr>
              <a:defRPr sz="1350" b="1">
                <a:solidFill>
                  <a:srgbClr val="10243E"/>
                </a:solidFill>
              </a:defRPr>
            </a:lvl4pPr>
            <a:lvl5pPr>
              <a:defRPr sz="1350" b="1">
                <a:solidFill>
                  <a:srgbClr val="10243E"/>
                </a:solidFill>
              </a:defRPr>
            </a:lvl5pPr>
            <a:lvl6pPr>
              <a:defRPr sz="1350" b="1">
                <a:solidFill>
                  <a:srgbClr val="10243E"/>
                </a:solidFill>
              </a:defRPr>
            </a:lvl6pPr>
            <a:lvl7pPr>
              <a:defRPr sz="1350" b="1">
                <a:solidFill>
                  <a:srgbClr val="10243E"/>
                </a:solidFill>
              </a:defRPr>
            </a:lvl7pPr>
            <a:lvl8pPr>
              <a:defRPr sz="1350" b="1">
                <a:solidFill>
                  <a:srgbClr val="10243E"/>
                </a:solidFill>
              </a:defRPr>
            </a:lvl8pPr>
            <a:lvl9pPr>
              <a:defRPr sz="13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React/Vite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185BC-39E2-43C5-B6C5-15BAABA1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51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port 8905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05802-EEC9-49D9-AEA2-92DEDECB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F840D-30A0-4CA5-A83A-12F132E5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19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Gateway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FF10D-551A-4FDC-8585-4104183C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051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DBE8FF"/>
                </a:solidFill>
              </a:defRPr>
            </a:defPPr>
            <a:lvl1pPr>
              <a:defRPr sz="975" b="0">
                <a:solidFill>
                  <a:srgbClr val="DBE8FF"/>
                </a:solidFill>
              </a:defRPr>
            </a:lvl1pPr>
            <a:lvl2pPr>
              <a:defRPr sz="975" b="0">
                <a:solidFill>
                  <a:srgbClr val="DBE8FF"/>
                </a:solidFill>
              </a:defRPr>
            </a:lvl2pPr>
            <a:lvl3pPr>
              <a:defRPr sz="975" b="0">
                <a:solidFill>
                  <a:srgbClr val="DBE8FF"/>
                </a:solidFill>
              </a:defRPr>
            </a:lvl3pPr>
            <a:lvl4pPr>
              <a:defRPr sz="975" b="0">
                <a:solidFill>
                  <a:srgbClr val="DBE8FF"/>
                </a:solidFill>
              </a:defRPr>
            </a:lvl4pPr>
            <a:lvl5pPr>
              <a:defRPr sz="975" b="0">
                <a:solidFill>
                  <a:srgbClr val="DBE8FF"/>
                </a:solidFill>
              </a:defRPr>
            </a:lvl5pPr>
            <a:lvl6pPr>
              <a:defRPr sz="975" b="0">
                <a:solidFill>
                  <a:srgbClr val="DBE8FF"/>
                </a:solidFill>
              </a:defRPr>
            </a:lvl6pPr>
            <a:lvl7pPr>
              <a:defRPr sz="975" b="0">
                <a:solidFill>
                  <a:srgbClr val="DBE8FF"/>
                </a:solidFill>
              </a:defRPr>
            </a:lvl7pPr>
            <a:lvl8pPr>
              <a:defRPr sz="975" b="0">
                <a:solidFill>
                  <a:srgbClr val="DBE8FF"/>
                </a:solidFill>
              </a:defRPr>
            </a:lvl8pPr>
            <a:lvl9pPr>
              <a:defRPr sz="975" b="0">
                <a:solidFill>
                  <a:srgbClr val="DBE8FF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DBE8FF"/>
                </a:solidFill>
              </a:defRPr>
            </a:pPr>
            <a:r>
              <a:rPr sz="975" b="0">
                <a:solidFill>
                  <a:srgbClr val="DBE8FF"/>
                </a:solidFill>
              </a:rPr>
              <a:t>port 8900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D2797-0820-45B2-9FD1-06C586BE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9550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B3C91-780E-4436-839B-248ED8B0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57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0243E"/>
                </a:solidFill>
              </a:defRPr>
            </a:defPPr>
            <a:lvl1pPr>
              <a:defRPr sz="1350" b="1">
                <a:solidFill>
                  <a:srgbClr val="10243E"/>
                </a:solidFill>
              </a:defRPr>
            </a:lvl1pPr>
            <a:lvl2pPr>
              <a:defRPr sz="1350" b="1">
                <a:solidFill>
                  <a:srgbClr val="10243E"/>
                </a:solidFill>
              </a:defRPr>
            </a:lvl2pPr>
            <a:lvl3pPr>
              <a:defRPr sz="1350" b="1">
                <a:solidFill>
                  <a:srgbClr val="10243E"/>
                </a:solidFill>
              </a:defRPr>
            </a:lvl3pPr>
            <a:lvl4pPr>
              <a:defRPr sz="1350" b="1">
                <a:solidFill>
                  <a:srgbClr val="10243E"/>
                </a:solidFill>
              </a:defRPr>
            </a:lvl4pPr>
            <a:lvl5pPr>
              <a:defRPr sz="1350" b="1">
                <a:solidFill>
                  <a:srgbClr val="10243E"/>
                </a:solidFill>
              </a:defRPr>
            </a:lvl5pPr>
            <a:lvl6pPr>
              <a:defRPr sz="1350" b="1">
                <a:solidFill>
                  <a:srgbClr val="10243E"/>
                </a:solidFill>
              </a:defRPr>
            </a:lvl6pPr>
            <a:lvl7pPr>
              <a:defRPr sz="1350" b="1">
                <a:solidFill>
                  <a:srgbClr val="10243E"/>
                </a:solidFill>
              </a:defRPr>
            </a:lvl7pPr>
            <a:lvl8pPr>
              <a:defRPr sz="1350" b="1">
                <a:solidFill>
                  <a:srgbClr val="10243E"/>
                </a:solidFill>
              </a:defRPr>
            </a:lvl8pPr>
            <a:lvl9pPr>
              <a:defRPr sz="13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Fraude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FAA9B-FAA3-4C38-B066-944E4A27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431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port 8901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63F36-8138-4354-99AD-93803BC6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B0FD9-058F-49A0-98DE-0BF27C59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57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0243E"/>
                </a:solidFill>
              </a:defRPr>
            </a:defPPr>
            <a:lvl1pPr>
              <a:defRPr sz="1350" b="1">
                <a:solidFill>
                  <a:srgbClr val="10243E"/>
                </a:solidFill>
              </a:defRPr>
            </a:lvl1pPr>
            <a:lvl2pPr>
              <a:defRPr sz="1350" b="1">
                <a:solidFill>
                  <a:srgbClr val="10243E"/>
                </a:solidFill>
              </a:defRPr>
            </a:lvl2pPr>
            <a:lvl3pPr>
              <a:defRPr sz="1350" b="1">
                <a:solidFill>
                  <a:srgbClr val="10243E"/>
                </a:solidFill>
              </a:defRPr>
            </a:lvl3pPr>
            <a:lvl4pPr>
              <a:defRPr sz="1350" b="1">
                <a:solidFill>
                  <a:srgbClr val="10243E"/>
                </a:solidFill>
              </a:defRPr>
            </a:lvl4pPr>
            <a:lvl5pPr>
              <a:defRPr sz="1350" b="1">
                <a:solidFill>
                  <a:srgbClr val="10243E"/>
                </a:solidFill>
              </a:defRPr>
            </a:lvl5pPr>
            <a:lvl6pPr>
              <a:defRPr sz="1350" b="1">
                <a:solidFill>
                  <a:srgbClr val="10243E"/>
                </a:solidFill>
              </a:defRPr>
            </a:lvl6pPr>
            <a:lvl7pPr>
              <a:defRPr sz="1350" b="1">
                <a:solidFill>
                  <a:srgbClr val="10243E"/>
                </a:solidFill>
              </a:defRPr>
            </a:lvl7pPr>
            <a:lvl8pPr>
              <a:defRPr sz="1350" b="1">
                <a:solidFill>
                  <a:srgbClr val="10243E"/>
                </a:solidFill>
              </a:defRPr>
            </a:lvl8pPr>
            <a:lvl9pPr>
              <a:defRPr sz="13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455D1-0EA3-466A-AB43-080C2E30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431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port 8902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05323-6A18-4926-86E2-3553A65C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18A9F-6EEB-4B3F-8F4F-DD070E05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766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0243E"/>
                </a:solidFill>
              </a:defRPr>
            </a:defPPr>
            <a:lvl1pPr>
              <a:defRPr sz="1350" b="1">
                <a:solidFill>
                  <a:srgbClr val="10243E"/>
                </a:solidFill>
              </a:defRPr>
            </a:lvl1pPr>
            <a:lvl2pPr>
              <a:defRPr sz="1350" b="1">
                <a:solidFill>
                  <a:srgbClr val="10243E"/>
                </a:solidFill>
              </a:defRPr>
            </a:lvl2pPr>
            <a:lvl3pPr>
              <a:defRPr sz="1350" b="1">
                <a:solidFill>
                  <a:srgbClr val="10243E"/>
                </a:solidFill>
              </a:defRPr>
            </a:lvl3pPr>
            <a:lvl4pPr>
              <a:defRPr sz="1350" b="1">
                <a:solidFill>
                  <a:srgbClr val="10243E"/>
                </a:solidFill>
              </a:defRPr>
            </a:lvl4pPr>
            <a:lvl5pPr>
              <a:defRPr sz="1350" b="1">
                <a:solidFill>
                  <a:srgbClr val="10243E"/>
                </a:solidFill>
              </a:defRPr>
            </a:lvl5pPr>
            <a:lvl6pPr>
              <a:defRPr sz="1350" b="1">
                <a:solidFill>
                  <a:srgbClr val="10243E"/>
                </a:solidFill>
              </a:defRPr>
            </a:lvl6pPr>
            <a:lvl7pPr>
              <a:defRPr sz="1350" b="1">
                <a:solidFill>
                  <a:srgbClr val="10243E"/>
                </a:solidFill>
              </a:defRPr>
            </a:lvl7pPr>
            <a:lvl8pPr>
              <a:defRPr sz="1350" b="1">
                <a:solidFill>
                  <a:srgbClr val="10243E"/>
                </a:solidFill>
              </a:defRPr>
            </a:lvl8pPr>
            <a:lvl9pPr>
              <a:defRPr sz="13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Demande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73CA43-5E74-406A-8C41-412E62A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6242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port 8903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E3C61-471C-440A-A0B6-DB310CAB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40D3C-ECF3-4E18-92C9-4DE1B697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766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0243E"/>
                </a:solidFill>
              </a:defRPr>
            </a:defPPr>
            <a:lvl1pPr>
              <a:defRPr sz="1350" b="1">
                <a:solidFill>
                  <a:srgbClr val="10243E"/>
                </a:solidFill>
              </a:defRPr>
            </a:lvl1pPr>
            <a:lvl2pPr>
              <a:defRPr sz="1350" b="1">
                <a:solidFill>
                  <a:srgbClr val="10243E"/>
                </a:solidFill>
              </a:defRPr>
            </a:lvl2pPr>
            <a:lvl3pPr>
              <a:defRPr sz="1350" b="1">
                <a:solidFill>
                  <a:srgbClr val="10243E"/>
                </a:solidFill>
              </a:defRPr>
            </a:lvl3pPr>
            <a:lvl4pPr>
              <a:defRPr sz="1350" b="1">
                <a:solidFill>
                  <a:srgbClr val="10243E"/>
                </a:solidFill>
              </a:defRPr>
            </a:lvl4pPr>
            <a:lvl5pPr>
              <a:defRPr sz="1350" b="1">
                <a:solidFill>
                  <a:srgbClr val="10243E"/>
                </a:solidFill>
              </a:defRPr>
            </a:lvl5pPr>
            <a:lvl6pPr>
              <a:defRPr sz="1350" b="1">
                <a:solidFill>
                  <a:srgbClr val="10243E"/>
                </a:solidFill>
              </a:defRPr>
            </a:lvl6pPr>
            <a:lvl7pPr>
              <a:defRPr sz="1350" b="1">
                <a:solidFill>
                  <a:srgbClr val="10243E"/>
                </a:solidFill>
              </a:defRPr>
            </a:lvl7pPr>
            <a:lvl8pPr>
              <a:defRPr sz="1350" b="1">
                <a:solidFill>
                  <a:srgbClr val="10243E"/>
                </a:solidFill>
              </a:defRPr>
            </a:lvl8pPr>
            <a:lvl9pPr>
              <a:defRPr sz="13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Produit 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EBEBB6-8527-4569-95D5-5A588123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6242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port 8904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0277A-7B8A-48DE-8C2C-649086AD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BC5ED-3ECE-4735-842A-4D1B2B09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244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0243E"/>
                </a:solidFill>
              </a:defRPr>
            </a:defPPr>
            <a:lvl1pPr>
              <a:defRPr sz="1350" b="1">
                <a:solidFill>
                  <a:srgbClr val="10243E"/>
                </a:solidFill>
              </a:defRPr>
            </a:lvl1pPr>
            <a:lvl2pPr>
              <a:defRPr sz="1350" b="1">
                <a:solidFill>
                  <a:srgbClr val="10243E"/>
                </a:solidFill>
              </a:defRPr>
            </a:lvl2pPr>
            <a:lvl3pPr>
              <a:defRPr sz="1350" b="1">
                <a:solidFill>
                  <a:srgbClr val="10243E"/>
                </a:solidFill>
              </a:defRPr>
            </a:lvl3pPr>
            <a:lvl4pPr>
              <a:defRPr sz="1350" b="1">
                <a:solidFill>
                  <a:srgbClr val="10243E"/>
                </a:solidFill>
              </a:defRPr>
            </a:lvl4pPr>
            <a:lvl5pPr>
              <a:defRPr sz="1350" b="1">
                <a:solidFill>
                  <a:srgbClr val="10243E"/>
                </a:solidFill>
              </a:defRPr>
            </a:lvl5pPr>
            <a:lvl6pPr>
              <a:defRPr sz="1350" b="1">
                <a:solidFill>
                  <a:srgbClr val="10243E"/>
                </a:solidFill>
              </a:defRPr>
            </a:lvl6pPr>
            <a:lvl7pPr>
              <a:defRPr sz="1350" b="1">
                <a:solidFill>
                  <a:srgbClr val="10243E"/>
                </a:solidFill>
              </a:defRPr>
            </a:lvl7pPr>
            <a:lvl8pPr>
              <a:defRPr sz="1350" b="1">
                <a:solidFill>
                  <a:srgbClr val="10243E"/>
                </a:solidFill>
              </a:defRPr>
            </a:lvl8pPr>
            <a:lvl9pPr>
              <a:defRPr sz="13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Ollama Gemma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A7B05-0B5B-4BA4-BF70-CBD59042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0175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port 11434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DFFF6-D52E-434B-84C4-26E03B53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086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06A3A"/>
                </a:solidFill>
              </a:defRPr>
            </a:defPPr>
            <a:lvl1pPr>
              <a:defRPr sz="2250" b="1">
                <a:solidFill>
                  <a:srgbClr val="D06A3A"/>
                </a:solidFill>
              </a:defRPr>
            </a:lvl1pPr>
            <a:lvl2pPr>
              <a:defRPr sz="2250" b="1">
                <a:solidFill>
                  <a:srgbClr val="D06A3A"/>
                </a:solidFill>
              </a:defRPr>
            </a:lvl2pPr>
            <a:lvl3pPr>
              <a:defRPr sz="2250" b="1">
                <a:solidFill>
                  <a:srgbClr val="D06A3A"/>
                </a:solidFill>
              </a:defRPr>
            </a:lvl3pPr>
            <a:lvl4pPr>
              <a:defRPr sz="2250" b="1">
                <a:solidFill>
                  <a:srgbClr val="D06A3A"/>
                </a:solidFill>
              </a:defRPr>
            </a:lvl4pPr>
            <a:lvl5pPr>
              <a:defRPr sz="2250" b="1">
                <a:solidFill>
                  <a:srgbClr val="D06A3A"/>
                </a:solidFill>
              </a:defRPr>
            </a:lvl5pPr>
            <a:lvl6pPr>
              <a:defRPr sz="2250" b="1">
                <a:solidFill>
                  <a:srgbClr val="D06A3A"/>
                </a:solidFill>
              </a:defRPr>
            </a:lvl6pPr>
            <a:lvl7pPr>
              <a:defRPr sz="2250" b="1">
                <a:solidFill>
                  <a:srgbClr val="D06A3A"/>
                </a:solidFill>
              </a:defRPr>
            </a:lvl7pPr>
            <a:lvl8pPr>
              <a:defRPr sz="2250" b="1">
                <a:solidFill>
                  <a:srgbClr val="D06A3A"/>
                </a:solidFill>
              </a:defRPr>
            </a:lvl8pPr>
            <a:lvl9pPr>
              <a:defRPr sz="2250" b="1">
                <a:solidFill>
                  <a:srgbClr val="D06A3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06A3A"/>
                </a:solidFill>
              </a:defRPr>
            </a:pPr>
            <a:r>
              <a:rPr sz="2250" b="1">
                <a:solidFill>
                  <a:srgbClr val="D06A3A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01780E-9099-416F-9436-9E643715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86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06A3A"/>
                </a:solidFill>
              </a:defRPr>
            </a:defPPr>
            <a:lvl1pPr>
              <a:defRPr sz="2250" b="1">
                <a:solidFill>
                  <a:srgbClr val="D06A3A"/>
                </a:solidFill>
              </a:defRPr>
            </a:lvl1pPr>
            <a:lvl2pPr>
              <a:defRPr sz="2250" b="1">
                <a:solidFill>
                  <a:srgbClr val="D06A3A"/>
                </a:solidFill>
              </a:defRPr>
            </a:lvl2pPr>
            <a:lvl3pPr>
              <a:defRPr sz="2250" b="1">
                <a:solidFill>
                  <a:srgbClr val="D06A3A"/>
                </a:solidFill>
              </a:defRPr>
            </a:lvl3pPr>
            <a:lvl4pPr>
              <a:defRPr sz="2250" b="1">
                <a:solidFill>
                  <a:srgbClr val="D06A3A"/>
                </a:solidFill>
              </a:defRPr>
            </a:lvl4pPr>
            <a:lvl5pPr>
              <a:defRPr sz="2250" b="1">
                <a:solidFill>
                  <a:srgbClr val="D06A3A"/>
                </a:solidFill>
              </a:defRPr>
            </a:lvl5pPr>
            <a:lvl6pPr>
              <a:defRPr sz="2250" b="1">
                <a:solidFill>
                  <a:srgbClr val="D06A3A"/>
                </a:solidFill>
              </a:defRPr>
            </a:lvl6pPr>
            <a:lvl7pPr>
              <a:defRPr sz="2250" b="1">
                <a:solidFill>
                  <a:srgbClr val="D06A3A"/>
                </a:solidFill>
              </a:defRPr>
            </a:lvl7pPr>
            <a:lvl8pPr>
              <a:defRPr sz="2250" b="1">
                <a:solidFill>
                  <a:srgbClr val="D06A3A"/>
                </a:solidFill>
              </a:defRPr>
            </a:lvl8pPr>
            <a:lvl9pPr>
              <a:defRPr sz="2250" b="1">
                <a:solidFill>
                  <a:srgbClr val="D06A3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06A3A"/>
                </a:solidFill>
              </a:defRPr>
            </a:pPr>
            <a:r>
              <a:rPr sz="2250" b="1">
                <a:solidFill>
                  <a:srgbClr val="D06A3A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59DFDB-0E37-402A-84DB-BA5AFE97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291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D06A3A"/>
                </a:solidFill>
              </a:defRPr>
            </a:defPPr>
            <a:lvl1pPr>
              <a:defRPr sz="1050" b="1">
                <a:solidFill>
                  <a:srgbClr val="D06A3A"/>
                </a:solidFill>
              </a:defRPr>
            </a:lvl1pPr>
            <a:lvl2pPr>
              <a:defRPr sz="1050" b="1">
                <a:solidFill>
                  <a:srgbClr val="D06A3A"/>
                </a:solidFill>
              </a:defRPr>
            </a:lvl2pPr>
            <a:lvl3pPr>
              <a:defRPr sz="1050" b="1">
                <a:solidFill>
                  <a:srgbClr val="D06A3A"/>
                </a:solidFill>
              </a:defRPr>
            </a:lvl3pPr>
            <a:lvl4pPr>
              <a:defRPr sz="1050" b="1">
                <a:solidFill>
                  <a:srgbClr val="D06A3A"/>
                </a:solidFill>
              </a:defRPr>
            </a:lvl4pPr>
            <a:lvl5pPr>
              <a:defRPr sz="1050" b="1">
                <a:solidFill>
                  <a:srgbClr val="D06A3A"/>
                </a:solidFill>
              </a:defRPr>
            </a:lvl5pPr>
            <a:lvl6pPr>
              <a:defRPr sz="1050" b="1">
                <a:solidFill>
                  <a:srgbClr val="D06A3A"/>
                </a:solidFill>
              </a:defRPr>
            </a:lvl6pPr>
            <a:lvl7pPr>
              <a:defRPr sz="1050" b="1">
                <a:solidFill>
                  <a:srgbClr val="D06A3A"/>
                </a:solidFill>
              </a:defRPr>
            </a:lvl7pPr>
            <a:lvl8pPr>
              <a:defRPr sz="1050" b="1">
                <a:solidFill>
                  <a:srgbClr val="D06A3A"/>
                </a:solidFill>
              </a:defRPr>
            </a:lvl8pPr>
            <a:lvl9pPr>
              <a:defRPr sz="1050" b="1">
                <a:solidFill>
                  <a:srgbClr val="D06A3A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06A3A"/>
                </a:solidFill>
              </a:defRPr>
            </a:pPr>
            <a:r>
              <a:rPr sz="1050" b="1">
                <a:solidFill>
                  <a:srgbClr val="D06A3A"/>
                </a:solidFill>
              </a:rPr>
              <a:t>partage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5BC929-A77C-41D0-8208-13CF2218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2DBCB8-F644-4750-9582-E668F551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8466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DC810C-DAD7-438A-889D-A6C1F17A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05 ·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289E0-47BE-4407-AAAE-D6C3DA2D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Stack technique retenue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BCA58-EBA0-4C08-A05B-B0F868A5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Chaque composant correspond à une contrainte du projet.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83860-6DAE-4615-B40D-C5157905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B5098-9136-49F7-8C27-FDB42D95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26B4D-3790-40FB-AB5B-1C347488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Exécution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A6E02-04AB-44A6-BBE5-3F77E7CD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C332A-104F-472D-9CCC-5A5E2E05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React 18 + Vite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A7A2E-46C9-4A26-93C5-B0C49CDB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CAD5B-D81A-4013-8B26-B170F365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FastAPI + Pydantic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80C83-8D92-42CF-98F5-05F8538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71F86-A98E-4E35-8050-3C4BAEFD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Python 3.11 + venv isolé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2549D-591C-4537-B87A-299C603F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7F7E8-DF83-47CC-87A2-DC5DF82F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Ollama 0.40.6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0F44E-5E98-47D0-B662-FBC94B9D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IA et qualité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32B59-5890-47F7-887E-AF872731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E353B-89BB-4E7C-AAD6-F50C8F23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scikit-learn + TF-IDF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78174-3B57-4548-A486-BCCC3B58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99164-F5B9-41F9-A023-7B12240E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XGBoost + séries temporelles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34874-D567-4680-BCB2-5667B23E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74D296-4424-497A-AC77-1F168F5E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RAG Amazon catalogue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90134-8957-4BF7-B812-2EEF7044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0FCB6-B705-459D-84F3-E627AC92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ResourceGuard + OpenAPI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B4712-16DC-4587-B01B-59669BBB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75FE2-A5E0-4C0C-929F-9FF6F502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9887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F76555-6D68-4EF4-8A01-FA4FA7CB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06 · DONNÉES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71F68-CC81-4A66-8299-FC6A7E48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Données réelles et traçables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060CF-2E21-4C2A-8F99-181A5718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Les datasets lourds restent sur disque local et leurs métadonnées sont conservées.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63488-E043-45E3-A858-4F07B494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802D5-1444-4F0D-9902-6799B847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7CBB2-7AB6-4BEC-ADC9-F0995F65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Datasets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B1897-8433-41A2-A3BF-56B8CF28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16B16-6247-4F97-82F7-E7216897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Fake Job Posting Detection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785D9-D3FA-42CA-B9C7-1D6383B4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F9727-CCEC-4F48-96FA-14B0E80E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Walmart M5 Forecasting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B40F4-2953-4CF3-BFD3-42D404BB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EA76A-ABDE-4D90-9529-9C3FEB5B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Amazon-2023-GenQ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FB48C-F5F8-4746-9853-937D4A39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F9B0E-2199-44FE-B04D-C204BEEA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Provenance SHA-256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E0E93-0DAB-4ED8-B113-2E8F9848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0F422-FCA3-471A-96BF-E72A07C6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82771-C323-46F2-81A8-F9D81550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Schémas contrôlés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73B48-E8A6-480F-AE5D-EEF89901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36733-0F20-4070-8360-CB051B3F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Labels et valeurs manquantes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D6F2D-1258-4BEF-A067-C36EBBA2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74358-E331-4060-BE38-1BAFD18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Doublons audités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DEC61-E3D1-416F-BDB6-04D1F6BF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1241A-BC70-4EDA-9794-4F5E5E22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Licences et règles Kaggle documentées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C98F4-7CEA-4D77-BB7B-86947B0A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312EE-861F-4FB8-BEB5-0FCFD4BC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93341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8794F9-454D-48B2-90F0-A06C2D73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07 · MÉTHODE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FF9A8-E193-4E51-8FF1-BABEA3D6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Du dataset à l’endpoint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C62D7-9E0E-41CA-BF94-D9FC113C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Chaque modèle passe par une étape d’évaluation avant l’intégration.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4811F-DB7D-4886-8FBB-4811011B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D84F2-32F2-462B-BD50-D3B7B319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5A692-CE58-4CD9-A252-5F8611E8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Pipeline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FB485-2507-4582-99B6-D71165E0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921C5-3857-49A2-B7F5-F199403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Préparer sans fuite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D0913-726A-4B94-B4A5-6A654BAB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98D33-645D-4BD3-A137-650C234C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Séparer chronologiquement si besoin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E97650-4B65-4746-BD50-C671466F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0B0D3-7518-4B37-BE99-C17B7146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Comparer baselines et modèle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D4A9D-6703-4BCE-A5F1-DCBA09ED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00C85-CB71-4F86-AE60-2F7461EE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Sauvegarder métriques et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B58DF-0C1E-4370-8DBA-2F910CE9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E330E-7BCB-45C3-A04C-37D742F2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F5178-B995-401C-875A-57679A85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Charger l’artefact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34C4F-0D7F-4D4C-A2B4-97E6FCCE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5ECC56-6E37-4574-91A8-F15F3C16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Valider la requête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774E0D-BC9B-4711-9322-274A2656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482D2-47DD-4011-AA00-8E7F906A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Limiter les ressources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EE4A3-BC12-46BC-9F01-1DC8F404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4CF5F-463C-4AEB-8184-7323943A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Retourner une réponse traçable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D7050A-20D4-487F-8114-A9A1C030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AC89F-1BB4-4102-A9EA-8C89C9DD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2738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86E28C-4F56-4DCB-B279-E253C4AA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08 · FRAUDE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FC71-6128-4137-A93F-071CD912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Détection de fraude par texte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5747B-9184-461A-BF10-E46B8DDC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 modèle de production reste le TF-IDF + Logistic Regression évalué en Phase 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5F4E3-D645-4B25-B293-16B5781B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76FBA-A214-483B-93BE-C5BAA7C5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PRECISION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DD06E-6F0E-458F-AC81-A8C5F7A4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384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0.868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E79D3-B8DE-47AB-BF14-6A830613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expérience historique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35604-3B24-42B0-843D-437D4447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4E3A5-4D08-425F-ACBC-833BDAA4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907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RECALL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4AC81-BF9D-4108-877D-F5C84A22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384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06A3A"/>
                </a:solidFill>
              </a:defRPr>
            </a:defPPr>
            <a:lvl1pPr>
              <a:defRPr sz="2250" b="1">
                <a:solidFill>
                  <a:srgbClr val="D06A3A"/>
                </a:solidFill>
              </a:defRPr>
            </a:lvl1pPr>
            <a:lvl2pPr>
              <a:defRPr sz="2250" b="1">
                <a:solidFill>
                  <a:srgbClr val="D06A3A"/>
                </a:solidFill>
              </a:defRPr>
            </a:lvl2pPr>
            <a:lvl3pPr>
              <a:defRPr sz="2250" b="1">
                <a:solidFill>
                  <a:srgbClr val="D06A3A"/>
                </a:solidFill>
              </a:defRPr>
            </a:lvl3pPr>
            <a:lvl4pPr>
              <a:defRPr sz="2250" b="1">
                <a:solidFill>
                  <a:srgbClr val="D06A3A"/>
                </a:solidFill>
              </a:defRPr>
            </a:lvl4pPr>
            <a:lvl5pPr>
              <a:defRPr sz="2250" b="1">
                <a:solidFill>
                  <a:srgbClr val="D06A3A"/>
                </a:solidFill>
              </a:defRPr>
            </a:lvl5pPr>
            <a:lvl6pPr>
              <a:defRPr sz="2250" b="1">
                <a:solidFill>
                  <a:srgbClr val="D06A3A"/>
                </a:solidFill>
              </a:defRPr>
            </a:lvl6pPr>
            <a:lvl7pPr>
              <a:defRPr sz="2250" b="1">
                <a:solidFill>
                  <a:srgbClr val="D06A3A"/>
                </a:solidFill>
              </a:defRPr>
            </a:lvl7pPr>
            <a:lvl8pPr>
              <a:defRPr sz="2250" b="1">
                <a:solidFill>
                  <a:srgbClr val="D06A3A"/>
                </a:solidFill>
              </a:defRPr>
            </a:lvl8pPr>
            <a:lvl9pPr>
              <a:defRPr sz="2250" b="1">
                <a:solidFill>
                  <a:srgbClr val="D06A3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06A3A"/>
                </a:solidFill>
              </a:defRPr>
            </a:pPr>
            <a:r>
              <a:rPr sz="2250" b="1">
                <a:solidFill>
                  <a:srgbClr val="D06A3A"/>
                </a:solidFill>
              </a:rPr>
              <a:t>0.852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F0813-CF62-4843-B3A0-D9430473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expérience historique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215BA-94A0-4B15-A7AF-308FA54A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38375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9C1FD-9DCF-4145-B6D4-CA43BBFB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907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3B25F-8D80-4D66-AC0D-69565E11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384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0.860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53247-95A3-438E-96DD-4593D9C8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expérience historique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6E9AD-7637-4F8D-BEDF-B9747C2A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38375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89466-64EF-4CAF-809E-6BAF484E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907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PR-AUC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1F8C6-3CA9-46A4-987A-34028C1A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384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1F7A62"/>
                </a:solidFill>
              </a:defRPr>
            </a:defPPr>
            <a:lvl1pPr>
              <a:defRPr sz="2250" b="1">
                <a:solidFill>
                  <a:srgbClr val="1F7A62"/>
                </a:solidFill>
              </a:defRPr>
            </a:lvl1pPr>
            <a:lvl2pPr>
              <a:defRPr sz="2250" b="1">
                <a:solidFill>
                  <a:srgbClr val="1F7A62"/>
                </a:solidFill>
              </a:defRPr>
            </a:lvl2pPr>
            <a:lvl3pPr>
              <a:defRPr sz="2250" b="1">
                <a:solidFill>
                  <a:srgbClr val="1F7A62"/>
                </a:solidFill>
              </a:defRPr>
            </a:lvl3pPr>
            <a:lvl4pPr>
              <a:defRPr sz="2250" b="1">
                <a:solidFill>
                  <a:srgbClr val="1F7A62"/>
                </a:solidFill>
              </a:defRPr>
            </a:lvl4pPr>
            <a:lvl5pPr>
              <a:defRPr sz="2250" b="1">
                <a:solidFill>
                  <a:srgbClr val="1F7A62"/>
                </a:solidFill>
              </a:defRPr>
            </a:lvl5pPr>
            <a:lvl6pPr>
              <a:defRPr sz="2250" b="1">
                <a:solidFill>
                  <a:srgbClr val="1F7A62"/>
                </a:solidFill>
              </a:defRPr>
            </a:lvl6pPr>
            <a:lvl7pPr>
              <a:defRPr sz="2250" b="1">
                <a:solidFill>
                  <a:srgbClr val="1F7A62"/>
                </a:solidFill>
              </a:defRPr>
            </a:lvl7pPr>
            <a:lvl8pPr>
              <a:defRPr sz="2250" b="1">
                <a:solidFill>
                  <a:srgbClr val="1F7A62"/>
                </a:solidFill>
              </a:defRPr>
            </a:lvl8pPr>
            <a:lvl9pPr>
              <a:defRPr sz="2250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7A62"/>
                </a:solidFill>
              </a:defRPr>
            </a:pPr>
            <a:r>
              <a:rPr sz="2250" b="1">
                <a:solidFill>
                  <a:srgbClr val="1F7A62"/>
                </a:solidFill>
              </a:rPr>
              <a:t>0.881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24CD0-C04E-481B-A547-DA73773F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expérience historique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8876F-F015-4570-B997-3AA35BC3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191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627A5-6777-40AC-8D38-AE5C5A98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2F6FED"/>
                </a:solidFill>
              </a:defRPr>
            </a:defPPr>
            <a:lvl1pPr>
              <a:defRPr sz="1200" b="1">
                <a:solidFill>
                  <a:srgbClr val="2F6FED"/>
                </a:solidFill>
              </a:defRPr>
            </a:lvl1pPr>
            <a:lvl2pPr>
              <a:defRPr sz="1200" b="1">
                <a:solidFill>
                  <a:srgbClr val="2F6FED"/>
                </a:solidFill>
              </a:defRPr>
            </a:lvl2pPr>
            <a:lvl3pPr>
              <a:defRPr sz="1200" b="1">
                <a:solidFill>
                  <a:srgbClr val="2F6FED"/>
                </a:solidFill>
              </a:defRPr>
            </a:lvl3pPr>
            <a:lvl4pPr>
              <a:defRPr sz="1200" b="1">
                <a:solidFill>
                  <a:srgbClr val="2F6FED"/>
                </a:solidFill>
              </a:defRPr>
            </a:lvl4pPr>
            <a:lvl5pPr>
              <a:defRPr sz="1200" b="1">
                <a:solidFill>
                  <a:srgbClr val="2F6FED"/>
                </a:solidFill>
              </a:defRPr>
            </a:lvl5pPr>
            <a:lvl6pPr>
              <a:defRPr sz="1200" b="1">
                <a:solidFill>
                  <a:srgbClr val="2F6FED"/>
                </a:solidFill>
              </a:defRPr>
            </a:lvl6pPr>
            <a:lvl7pPr>
              <a:defRPr sz="1200" b="1">
                <a:solidFill>
                  <a:srgbClr val="2F6FED"/>
                </a:solidFill>
              </a:defRPr>
            </a:lvl7pPr>
            <a:lvl8pPr>
              <a:defRPr sz="1200" b="1">
                <a:solidFill>
                  <a:srgbClr val="2F6FED"/>
                </a:solidFill>
              </a:defRPr>
            </a:lvl8pPr>
            <a:lvl9pPr>
              <a:defRPr sz="12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F6FED"/>
                </a:solidFill>
              </a:defRPr>
            </a:pPr>
            <a:r>
              <a:rPr sz="1200" b="1">
                <a:solidFill>
                  <a:srgbClr val="2F6FED"/>
                </a:solidFill>
              </a:rPr>
              <a:t>Sortie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D3E5A-3A2C-4B71-A665-C4A3D1E8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433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17212B"/>
                </a:solidFill>
              </a:defRPr>
            </a:defPPr>
            <a:lvl1pPr>
              <a:defRPr sz="1500" b="0">
                <a:solidFill>
                  <a:srgbClr val="17212B"/>
                </a:solidFill>
              </a:defRPr>
            </a:lvl1pPr>
            <a:lvl2pPr>
              <a:defRPr sz="1500" b="0">
                <a:solidFill>
                  <a:srgbClr val="17212B"/>
                </a:solidFill>
              </a:defRPr>
            </a:lvl2pPr>
            <a:lvl3pPr>
              <a:defRPr sz="1500" b="0">
                <a:solidFill>
                  <a:srgbClr val="17212B"/>
                </a:solidFill>
              </a:defRPr>
            </a:lvl3pPr>
            <a:lvl4pPr>
              <a:defRPr sz="1500" b="0">
                <a:solidFill>
                  <a:srgbClr val="17212B"/>
                </a:solidFill>
              </a:defRPr>
            </a:lvl4pPr>
            <a:lvl5pPr>
              <a:defRPr sz="1500" b="0">
                <a:solidFill>
                  <a:srgbClr val="17212B"/>
                </a:solidFill>
              </a:defRPr>
            </a:lvl5pPr>
            <a:lvl6pPr>
              <a:defRPr sz="1500" b="0">
                <a:solidFill>
                  <a:srgbClr val="17212B"/>
                </a:solidFill>
              </a:defRPr>
            </a:lvl6pPr>
            <a:lvl7pPr>
              <a:defRPr sz="1500" b="0">
                <a:solidFill>
                  <a:srgbClr val="17212B"/>
                </a:solidFill>
              </a:defRPr>
            </a:lvl7pPr>
            <a:lvl8pPr>
              <a:defRPr sz="1500" b="0">
                <a:solidFill>
                  <a:srgbClr val="17212B"/>
                </a:solidFill>
              </a:defRPr>
            </a:lvl8pPr>
            <a:lvl9pPr>
              <a:defRPr sz="150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probabilité · classe de risque · indicateurs explicables · advisory=true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4F0493-E870-4EBD-AEAD-0DC84A4F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607080"/>
                </a:solidFill>
              </a:defRPr>
            </a:defPPr>
            <a:lvl1pPr>
              <a:defRPr sz="1125" b="0">
                <a:solidFill>
                  <a:srgbClr val="607080"/>
                </a:solidFill>
              </a:defRPr>
            </a:lvl1pPr>
            <a:lvl2pPr>
              <a:defRPr sz="1125" b="0">
                <a:solidFill>
                  <a:srgbClr val="607080"/>
                </a:solidFill>
              </a:defRPr>
            </a:lvl2pPr>
            <a:lvl3pPr>
              <a:defRPr sz="1125" b="0">
                <a:solidFill>
                  <a:srgbClr val="607080"/>
                </a:solidFill>
              </a:defRPr>
            </a:lvl3pPr>
            <a:lvl4pPr>
              <a:defRPr sz="1125" b="0">
                <a:solidFill>
                  <a:srgbClr val="607080"/>
                </a:solidFill>
              </a:defRPr>
            </a:lvl4pPr>
            <a:lvl5pPr>
              <a:defRPr sz="1125" b="0">
                <a:solidFill>
                  <a:srgbClr val="607080"/>
                </a:solidFill>
              </a:defRPr>
            </a:lvl5pPr>
            <a:lvl6pPr>
              <a:defRPr sz="1125" b="0">
                <a:solidFill>
                  <a:srgbClr val="607080"/>
                </a:solidFill>
              </a:defRPr>
            </a:lvl6pPr>
            <a:lvl7pPr>
              <a:defRPr sz="1125" b="0">
                <a:solidFill>
                  <a:srgbClr val="607080"/>
                </a:solidFill>
              </a:defRPr>
            </a:lvl7pPr>
            <a:lvl8pPr>
              <a:defRPr sz="1125" b="0">
                <a:solidFill>
                  <a:srgbClr val="607080"/>
                </a:solidFill>
              </a:defRPr>
            </a:lvl8pPr>
            <a:lvl9pPr>
              <a:defRPr sz="112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080"/>
                </a:solidFill>
              </a:defRPr>
            </a:pPr>
            <a:r>
              <a:rPr sz="1125" b="0">
                <a:solidFill>
                  <a:srgbClr val="607080"/>
                </a:solidFill>
              </a:rPr>
              <a:t>Ces métriques restent attachées à l’expérience d’origine et ne sont pas présentées comme une nouvelle évaluation.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576C9-BF75-41BD-8BC4-361616B5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373A98-89B0-43EB-B9A4-B30BFC82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84030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68E2AD-FC85-41F3-A4CB-3DF31DFE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09 · SERVICE FRAUDE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CF0F8-ED23-417C-9F1D-4815E9FE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Microservice fraude :8901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277BF-EF7E-4DB0-BF99-24B818D5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 service indépendant charge le même artefact réel que le prototype.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522DE-6138-4E4A-AD80-61CF2882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EF88B-E749-4496-97A6-D0FDC6F5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9DC2A-0820-4ACB-B638-C4DE2AE2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Routes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F1388-D69A-4925-AA0E-FCBE25B5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17658-E3EB-4517-8F1E-B2A12316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GET /health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1D4B5-C822-4AD7-B5D6-480628BE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68CE1-7723-448D-A938-95962ADE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GET /model/info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7456F-B93F-4956-9EC8-654B5F8F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BC689-4686-4FE7-ACB7-49E0E86D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POST /predict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9FDBD-48D3-4411-9FF3-2903407F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6E269-021D-42B7-8301-73DFAEAD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Swagger /docs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0E05A-D6A8-4F08-A75E-336C9006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Protections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CBD46-8DBC-4050-A7D3-2360555F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04F39-B9BC-4315-ADD7-BADCD65D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Pydantic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06097-2529-4BCB-A385-6F27E5E7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2C18B-AA63-4362-A480-400D1308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Indicateurs de texte incomplet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A6337-F513-40F7-9580-E0602636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16E3F3-0670-42B8-A6D9-B3FCEDD4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Réponse advisory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A79EF-D642-412B-8EE7-50149737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CEDC3-BAEE-410D-A1A0-0B75E0F3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Pas d’exposition des opérations d’entraînement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22649-1DEB-48EF-8F98-6F345A5A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B6FE21-5BD2-47E8-B5F5-6BF25D5A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7247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BAB3D-70A4-4E88-8A30-279AF230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10 · GÉNÉRATION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4E716-131F-4849-BD72-7FF4ED2F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Descriptions d’emploi avec Gemma 3 4B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3CE57-F487-48FF-9CEC-57FAD0A5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Ollama charge une seule instance locale du modèle partagé.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03ADF-8367-4653-9DBB-92F36A5B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57B20-E734-47C7-9199-D0193FB8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6CE76-5B57-48AB-9545-BFC13C42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4A968-2C44-4DEE-BB40-DE2C0AE6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D6828-9FBF-4606-843E-2C42463A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JSON structuré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282CA-7828-4ADB-88FE-E15F5D57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9E993-7BB2-4ADB-A79D-3AF15A9F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Langue demandée explicitement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92F69-0467-46D9-8FA2-03B1BE64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83E18-3843-49C6-BE62-04044426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Salaire et avantages non inventés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28043-EEC4-4B18-8311-590D8541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1770E-3F5A-480B-BD82-6D56C3AC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Timeout local configurable à 90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DA424-D1D7-4069-82E9-0D7B2517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Résultat réel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35115-2F92-49D8-ABC4-7981709A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C735E-CFD6-4339-8A8C-D2B1622D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HTTP 200 via 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C5329-21AB-4C83-8DB5-C6DC2D44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7D75B-DF39-497B-A3BE-B7E1E99A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source=ollama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98A6F-CE2A-45FD-9845-02376EEA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2DE121-6060-4F5B-877A-BD009454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English et français testés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A0ED4-3AA0-45AA-A8B8-43390FC5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F79C6-2D8E-459F-ABBC-7329F9A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Validation de présence du champ description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CB1BB-D5C5-4A19-B212-4B892413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77644-6FD7-43D2-B887-B52B4E40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075468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D591B-EE8E-4DCC-A86E-7FB9ACAD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11 · GÉNÉRATION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E35D0-C9CC-40D6-A5D0-09BD73E5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Exemples de sorties réelles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3FBE7-70A9-4A85-A64C-1DFE0F06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Les exemples proviennent des appels FastAPI réels effectués avec Gemma 3 4B.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71624-5AD5-4D40-8F48-B12B3735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20E87-7BC8-4A66-BCC1-2CE41C94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042D3-7299-4B54-953F-A47C8FF4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362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  <a:lvl1pPr>
              <a:defRPr sz="1575" b="0">
                <a:solidFill>
                  <a:srgbClr val="17212B"/>
                </a:solidFill>
              </a:defRPr>
            </a:lvl1pPr>
            <a:lvl2pPr>
              <a:defRPr sz="1575" b="0">
                <a:solidFill>
                  <a:srgbClr val="17212B"/>
                </a:solidFill>
              </a:defRPr>
            </a:lvl2pPr>
            <a:lvl3pPr>
              <a:defRPr sz="1575" b="0">
                <a:solidFill>
                  <a:srgbClr val="17212B"/>
                </a:solidFill>
              </a:defRPr>
            </a:lvl3pPr>
            <a:lvl4pPr>
              <a:defRPr sz="1575" b="0">
                <a:solidFill>
                  <a:srgbClr val="17212B"/>
                </a:solidFill>
              </a:defRPr>
            </a:lvl4pPr>
            <a:lvl5pPr>
              <a:defRPr sz="1575" b="0">
                <a:solidFill>
                  <a:srgbClr val="17212B"/>
                </a:solidFill>
              </a:defRPr>
            </a:lvl5pPr>
            <a:lvl6pPr>
              <a:defRPr sz="1575" b="0">
                <a:solidFill>
                  <a:srgbClr val="17212B"/>
                </a:solidFill>
              </a:defRPr>
            </a:lvl6pPr>
            <a:lvl7pPr>
              <a:defRPr sz="1575" b="0">
                <a:solidFill>
                  <a:srgbClr val="17212B"/>
                </a:solidFill>
              </a:defRPr>
            </a:lvl7pPr>
            <a:lvl8pPr>
              <a:defRPr sz="1575" b="0">
                <a:solidFill>
                  <a:srgbClr val="17212B"/>
                </a:solidFill>
              </a:defRPr>
            </a:lvl8pPr>
            <a:lvl9pPr>
              <a:defRPr sz="157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“Experienced in developing machine learning solutions, I specialize in building robust demand forecasting systems using Python and XGBoost.”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C76F1-CDFD-4AC1-9D75-F5A35711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722CE-0899-4555-9B19-E2EF7463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FRANÇAIS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61545-D366-4851-A0E7-F31DABB3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4362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  <a:lvl1pPr>
              <a:defRPr sz="1575" b="0">
                <a:solidFill>
                  <a:srgbClr val="17212B"/>
                </a:solidFill>
              </a:defRPr>
            </a:lvl1pPr>
            <a:lvl2pPr>
              <a:defRPr sz="1575" b="0">
                <a:solidFill>
                  <a:srgbClr val="17212B"/>
                </a:solidFill>
              </a:defRPr>
            </a:lvl2pPr>
            <a:lvl3pPr>
              <a:defRPr sz="1575" b="0">
                <a:solidFill>
                  <a:srgbClr val="17212B"/>
                </a:solidFill>
              </a:defRPr>
            </a:lvl3pPr>
            <a:lvl4pPr>
              <a:defRPr sz="1575" b="0">
                <a:solidFill>
                  <a:srgbClr val="17212B"/>
                </a:solidFill>
              </a:defRPr>
            </a:lvl4pPr>
            <a:lvl5pPr>
              <a:defRPr sz="1575" b="0">
                <a:solidFill>
                  <a:srgbClr val="17212B"/>
                </a:solidFill>
              </a:defRPr>
            </a:lvl5pPr>
            <a:lvl6pPr>
              <a:defRPr sz="1575" b="0">
                <a:solidFill>
                  <a:srgbClr val="17212B"/>
                </a:solidFill>
              </a:defRPr>
            </a:lvl6pPr>
            <a:lvl7pPr>
              <a:defRPr sz="1575" b="0">
                <a:solidFill>
                  <a:srgbClr val="17212B"/>
                </a:solidFill>
              </a:defRPr>
            </a:lvl7pPr>
            <a:lvl8pPr>
              <a:defRPr sz="1575" b="0">
                <a:solidFill>
                  <a:srgbClr val="17212B"/>
                </a:solidFill>
              </a:defRPr>
            </a:lvl8pPr>
            <a:lvl9pPr>
              <a:defRPr sz="157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“Je suis un ingénieur expérimenté spécialisé dans la construction de modèles de prévision de la demande.”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23720-5C55-4F33-921B-251705D6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607080"/>
                </a:solidFill>
              </a:defRPr>
            </a:defPPr>
            <a:lvl1pPr>
              <a:defRPr sz="1200" b="0">
                <a:solidFill>
                  <a:srgbClr val="607080"/>
                </a:solidFill>
              </a:defRPr>
            </a:lvl1pPr>
            <a:lvl2pPr>
              <a:defRPr sz="1200" b="0">
                <a:solidFill>
                  <a:srgbClr val="607080"/>
                </a:solidFill>
              </a:defRPr>
            </a:lvl2pPr>
            <a:lvl3pPr>
              <a:defRPr sz="1200" b="0">
                <a:solidFill>
                  <a:srgbClr val="607080"/>
                </a:solidFill>
              </a:defRPr>
            </a:lvl3pPr>
            <a:lvl4pPr>
              <a:defRPr sz="1200" b="0">
                <a:solidFill>
                  <a:srgbClr val="607080"/>
                </a:solidFill>
              </a:defRPr>
            </a:lvl4pPr>
            <a:lvl5pPr>
              <a:defRPr sz="1200" b="0">
                <a:solidFill>
                  <a:srgbClr val="607080"/>
                </a:solidFill>
              </a:defRPr>
            </a:lvl5pPr>
            <a:lvl6pPr>
              <a:defRPr sz="1200" b="0">
                <a:solidFill>
                  <a:srgbClr val="607080"/>
                </a:solidFill>
              </a:defRPr>
            </a:lvl6pPr>
            <a:lvl7pPr>
              <a:defRPr sz="1200" b="0">
                <a:solidFill>
                  <a:srgbClr val="607080"/>
                </a:solidFill>
              </a:defRPr>
            </a:lvl7pPr>
            <a:lvl8pPr>
              <a:defRPr sz="1200" b="0">
                <a:solidFill>
                  <a:srgbClr val="607080"/>
                </a:solidFill>
              </a:defRPr>
            </a:lvl8pPr>
            <a:lvl9pPr>
              <a:defRPr sz="1200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080"/>
                </a:solidFill>
              </a:defRPr>
            </a:pPr>
            <a:r>
              <a:rPr sz="1200" b="0">
                <a:solidFill>
                  <a:srgbClr val="607080"/>
                </a:solidFill>
              </a:rPr>
              <a:t>Latence observée : 26,94 s en anglais, puis 2,13 s en français à chaud.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A1AB8-13B7-466C-AB88-1EE00DF3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CABF4-92F7-430B-875D-F74E2944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614165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0B29C-40CC-48FE-A569-E29ED666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12 · DEMANDE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65F54-82EF-42FF-B6C0-C3254EE8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Prévision Walmart M5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25C02-A8E4-42ED-8240-84929127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 modèle XGBoost utilise des variables passées et un découpage chronologique.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1E60A-E98B-4863-9BCF-22D041BB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0C92C-20E8-4ACD-BCF6-A3FBC834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SÉRIES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67506-E593-44B8-9BEA-9E3C3459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D2210-FED1-485C-8AA9-20F981BF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57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100 low + 100 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8A30F-A367-45A1-820F-6E016C2A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1DA74-E8BB-4A86-9AA4-796FA445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TEST MAE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BF8AF-4079-4F96-AE47-9A3FA122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4.1905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A6F4E-20B2-493C-A6A8-6B6C6F26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57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XGBoost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456AD-E82D-4725-AB98-13B3F745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39610-C212-4C80-A9C0-C165B4EF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TEST RMSE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83B2A-297B-4B07-AF2F-4EB6D6C4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90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8.6138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CA4D9-F1BA-49A8-B39E-D3C67FC1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57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XGBoost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8263A-7E2D-456C-A24B-AE74935B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4A6E2-3251-4D85-B5E5-2840408D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TEST WAPE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17F1F-5624-4CE3-8D6F-25A8CBE2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90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1F7A62"/>
                </a:solidFill>
              </a:defRPr>
            </a:defPPr>
            <a:lvl1pPr>
              <a:defRPr sz="2250" b="1">
                <a:solidFill>
                  <a:srgbClr val="1F7A62"/>
                </a:solidFill>
              </a:defRPr>
            </a:lvl1pPr>
            <a:lvl2pPr>
              <a:defRPr sz="2250" b="1">
                <a:solidFill>
                  <a:srgbClr val="1F7A62"/>
                </a:solidFill>
              </a:defRPr>
            </a:lvl2pPr>
            <a:lvl3pPr>
              <a:defRPr sz="2250" b="1">
                <a:solidFill>
                  <a:srgbClr val="1F7A62"/>
                </a:solidFill>
              </a:defRPr>
            </a:lvl3pPr>
            <a:lvl4pPr>
              <a:defRPr sz="2250" b="1">
                <a:solidFill>
                  <a:srgbClr val="1F7A62"/>
                </a:solidFill>
              </a:defRPr>
            </a:lvl4pPr>
            <a:lvl5pPr>
              <a:defRPr sz="2250" b="1">
                <a:solidFill>
                  <a:srgbClr val="1F7A62"/>
                </a:solidFill>
              </a:defRPr>
            </a:lvl5pPr>
            <a:lvl6pPr>
              <a:defRPr sz="2250" b="1">
                <a:solidFill>
                  <a:srgbClr val="1F7A62"/>
                </a:solidFill>
              </a:defRPr>
            </a:lvl6pPr>
            <a:lvl7pPr>
              <a:defRPr sz="2250" b="1">
                <a:solidFill>
                  <a:srgbClr val="1F7A62"/>
                </a:solidFill>
              </a:defRPr>
            </a:lvl7pPr>
            <a:lvl8pPr>
              <a:defRPr sz="2250" b="1">
                <a:solidFill>
                  <a:srgbClr val="1F7A62"/>
                </a:solidFill>
              </a:defRPr>
            </a:lvl8pPr>
            <a:lvl9pPr>
              <a:defRPr sz="2250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7A62"/>
                </a:solidFill>
              </a:defRPr>
            </a:pPr>
            <a:r>
              <a:rPr sz="2250" b="1">
                <a:solidFill>
                  <a:srgbClr val="1F7A62"/>
                </a:solidFill>
              </a:rPr>
              <a:t>27.81%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23294-DF16-46AC-A8F1-39D85B37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57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XGBoost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0241D-947F-4824-87B7-6A3442B9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28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23BFD-BFE1-4AE4-B05D-3F16EF1C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2F6FED"/>
                </a:solidFill>
              </a:defRPr>
            </a:defPPr>
            <a:lvl1pPr>
              <a:defRPr sz="1200" b="1">
                <a:solidFill>
                  <a:srgbClr val="2F6FED"/>
                </a:solidFill>
              </a:defRPr>
            </a:lvl1pPr>
            <a:lvl2pPr>
              <a:defRPr sz="1200" b="1">
                <a:solidFill>
                  <a:srgbClr val="2F6FED"/>
                </a:solidFill>
              </a:defRPr>
            </a:lvl2pPr>
            <a:lvl3pPr>
              <a:defRPr sz="1200" b="1">
                <a:solidFill>
                  <a:srgbClr val="2F6FED"/>
                </a:solidFill>
              </a:defRPr>
            </a:lvl3pPr>
            <a:lvl4pPr>
              <a:defRPr sz="1200" b="1">
                <a:solidFill>
                  <a:srgbClr val="2F6FED"/>
                </a:solidFill>
              </a:defRPr>
            </a:lvl4pPr>
            <a:lvl5pPr>
              <a:defRPr sz="1200" b="1">
                <a:solidFill>
                  <a:srgbClr val="2F6FED"/>
                </a:solidFill>
              </a:defRPr>
            </a:lvl5pPr>
            <a:lvl6pPr>
              <a:defRPr sz="1200" b="1">
                <a:solidFill>
                  <a:srgbClr val="2F6FED"/>
                </a:solidFill>
              </a:defRPr>
            </a:lvl6pPr>
            <a:lvl7pPr>
              <a:defRPr sz="1200" b="1">
                <a:solidFill>
                  <a:srgbClr val="2F6FED"/>
                </a:solidFill>
              </a:defRPr>
            </a:lvl7pPr>
            <a:lvl8pPr>
              <a:defRPr sz="1200" b="1">
                <a:solidFill>
                  <a:srgbClr val="2F6FED"/>
                </a:solidFill>
              </a:defRPr>
            </a:lvl8pPr>
            <a:lvl9pPr>
              <a:defRPr sz="12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F6FED"/>
                </a:solidFill>
              </a:defRPr>
            </a:pPr>
            <a:r>
              <a:rPr sz="1200" b="1">
                <a:solidFill>
                  <a:srgbClr val="2F6FED"/>
                </a:solidFill>
              </a:rPr>
              <a:t>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C1FC43-D724-4E82-A0CD-2DF51929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338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lags 1/7/28 · rolling means · calendrier · événements · prix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9AE47-8D76-43A8-98CE-DB26167E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BC2FDF-BB2F-434A-AD17-F814E639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120214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A334E1-A3A6-4000-8AAB-1654DC6C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13 · RÉSULTATS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F34E9-C8F1-408E-B5D1-43E7DAFF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Comparaison des baselines M5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B7A09-3510-499B-898C-EFCC835E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 modèle apprend mieux que les deux références sur le test intact.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F01AB-9A34-4AAC-B8E9-2ED2DEEE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028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69657-ADC4-442F-8975-E7EDD836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607080"/>
                </a:solidFill>
              </a:defRPr>
            </a:defPPr>
            <a:lvl1pPr>
              <a:defRPr sz="900" b="1">
                <a:solidFill>
                  <a:srgbClr val="607080"/>
                </a:solidFill>
              </a:defRPr>
            </a:lvl1pPr>
            <a:lvl2pPr>
              <a:defRPr sz="900" b="1">
                <a:solidFill>
                  <a:srgbClr val="607080"/>
                </a:solidFill>
              </a:defRPr>
            </a:lvl2pPr>
            <a:lvl3pPr>
              <a:defRPr sz="900" b="1">
                <a:solidFill>
                  <a:srgbClr val="607080"/>
                </a:solidFill>
              </a:defRPr>
            </a:lvl3pPr>
            <a:lvl4pPr>
              <a:defRPr sz="900" b="1">
                <a:solidFill>
                  <a:srgbClr val="607080"/>
                </a:solidFill>
              </a:defRPr>
            </a:lvl4pPr>
            <a:lvl5pPr>
              <a:defRPr sz="900" b="1">
                <a:solidFill>
                  <a:srgbClr val="607080"/>
                </a:solidFill>
              </a:defRPr>
            </a:lvl5pPr>
            <a:lvl6pPr>
              <a:defRPr sz="900" b="1">
                <a:solidFill>
                  <a:srgbClr val="607080"/>
                </a:solidFill>
              </a:defRPr>
            </a:lvl6pPr>
            <a:lvl7pPr>
              <a:defRPr sz="900" b="1">
                <a:solidFill>
                  <a:srgbClr val="607080"/>
                </a:solidFill>
              </a:defRPr>
            </a:lvl7pPr>
            <a:lvl8pPr>
              <a:defRPr sz="900" b="1">
                <a:solidFill>
                  <a:srgbClr val="607080"/>
                </a:solidFill>
              </a:defRPr>
            </a:lvl8pPr>
            <a:lvl9pPr>
              <a:defRPr sz="900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07080"/>
                </a:solidFill>
              </a:defRPr>
            </a:pPr>
            <a:r>
              <a:rPr sz="900" b="1">
                <a:solidFill>
                  <a:srgbClr val="607080"/>
                </a:solidFill>
              </a:rPr>
              <a:t>MODÈLE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00A2C-99FD-4E02-B0DF-F9FD1609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607080"/>
                </a:solidFill>
              </a:defRPr>
            </a:defPPr>
            <a:lvl1pPr>
              <a:defRPr sz="900" b="1">
                <a:solidFill>
                  <a:srgbClr val="607080"/>
                </a:solidFill>
              </a:defRPr>
            </a:lvl1pPr>
            <a:lvl2pPr>
              <a:defRPr sz="900" b="1">
                <a:solidFill>
                  <a:srgbClr val="607080"/>
                </a:solidFill>
              </a:defRPr>
            </a:lvl2pPr>
            <a:lvl3pPr>
              <a:defRPr sz="900" b="1">
                <a:solidFill>
                  <a:srgbClr val="607080"/>
                </a:solidFill>
              </a:defRPr>
            </a:lvl3pPr>
            <a:lvl4pPr>
              <a:defRPr sz="900" b="1">
                <a:solidFill>
                  <a:srgbClr val="607080"/>
                </a:solidFill>
              </a:defRPr>
            </a:lvl4pPr>
            <a:lvl5pPr>
              <a:defRPr sz="900" b="1">
                <a:solidFill>
                  <a:srgbClr val="607080"/>
                </a:solidFill>
              </a:defRPr>
            </a:lvl5pPr>
            <a:lvl6pPr>
              <a:defRPr sz="900" b="1">
                <a:solidFill>
                  <a:srgbClr val="607080"/>
                </a:solidFill>
              </a:defRPr>
            </a:lvl6pPr>
            <a:lvl7pPr>
              <a:defRPr sz="900" b="1">
                <a:solidFill>
                  <a:srgbClr val="607080"/>
                </a:solidFill>
              </a:defRPr>
            </a:lvl7pPr>
            <a:lvl8pPr>
              <a:defRPr sz="900" b="1">
                <a:solidFill>
                  <a:srgbClr val="607080"/>
                </a:solidFill>
              </a:defRPr>
            </a:lvl8pPr>
            <a:lvl9pPr>
              <a:defRPr sz="900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07080"/>
                </a:solidFill>
              </a:defRPr>
            </a:pPr>
            <a:r>
              <a:rPr sz="900" b="1">
                <a:solidFill>
                  <a:srgbClr val="607080"/>
                </a:solidFill>
              </a:rPr>
              <a:t>MAE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29644-0796-4393-9ABD-237ADFA7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607080"/>
                </a:solidFill>
              </a:defRPr>
            </a:defPPr>
            <a:lvl1pPr>
              <a:defRPr sz="900" b="1">
                <a:solidFill>
                  <a:srgbClr val="607080"/>
                </a:solidFill>
              </a:defRPr>
            </a:lvl1pPr>
            <a:lvl2pPr>
              <a:defRPr sz="900" b="1">
                <a:solidFill>
                  <a:srgbClr val="607080"/>
                </a:solidFill>
              </a:defRPr>
            </a:lvl2pPr>
            <a:lvl3pPr>
              <a:defRPr sz="900" b="1">
                <a:solidFill>
                  <a:srgbClr val="607080"/>
                </a:solidFill>
              </a:defRPr>
            </a:lvl3pPr>
            <a:lvl4pPr>
              <a:defRPr sz="900" b="1">
                <a:solidFill>
                  <a:srgbClr val="607080"/>
                </a:solidFill>
              </a:defRPr>
            </a:lvl4pPr>
            <a:lvl5pPr>
              <a:defRPr sz="900" b="1">
                <a:solidFill>
                  <a:srgbClr val="607080"/>
                </a:solidFill>
              </a:defRPr>
            </a:lvl5pPr>
            <a:lvl6pPr>
              <a:defRPr sz="900" b="1">
                <a:solidFill>
                  <a:srgbClr val="607080"/>
                </a:solidFill>
              </a:defRPr>
            </a:lvl6pPr>
            <a:lvl7pPr>
              <a:defRPr sz="900" b="1">
                <a:solidFill>
                  <a:srgbClr val="607080"/>
                </a:solidFill>
              </a:defRPr>
            </a:lvl7pPr>
            <a:lvl8pPr>
              <a:defRPr sz="900" b="1">
                <a:solidFill>
                  <a:srgbClr val="607080"/>
                </a:solidFill>
              </a:defRPr>
            </a:lvl8pPr>
            <a:lvl9pPr>
              <a:defRPr sz="900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07080"/>
                </a:solidFill>
              </a:defRPr>
            </a:pPr>
            <a:r>
              <a:rPr sz="900" b="1">
                <a:solidFill>
                  <a:srgbClr val="607080"/>
                </a:solidFill>
              </a:rPr>
              <a:t>RMSE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1AA21-8FA9-4E68-B765-2C48A591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607080"/>
                </a:solidFill>
              </a:defRPr>
            </a:defPPr>
            <a:lvl1pPr>
              <a:defRPr sz="900" b="1">
                <a:solidFill>
                  <a:srgbClr val="607080"/>
                </a:solidFill>
              </a:defRPr>
            </a:lvl1pPr>
            <a:lvl2pPr>
              <a:defRPr sz="900" b="1">
                <a:solidFill>
                  <a:srgbClr val="607080"/>
                </a:solidFill>
              </a:defRPr>
            </a:lvl2pPr>
            <a:lvl3pPr>
              <a:defRPr sz="900" b="1">
                <a:solidFill>
                  <a:srgbClr val="607080"/>
                </a:solidFill>
              </a:defRPr>
            </a:lvl3pPr>
            <a:lvl4pPr>
              <a:defRPr sz="900" b="1">
                <a:solidFill>
                  <a:srgbClr val="607080"/>
                </a:solidFill>
              </a:defRPr>
            </a:lvl4pPr>
            <a:lvl5pPr>
              <a:defRPr sz="900" b="1">
                <a:solidFill>
                  <a:srgbClr val="607080"/>
                </a:solidFill>
              </a:defRPr>
            </a:lvl5pPr>
            <a:lvl6pPr>
              <a:defRPr sz="900" b="1">
                <a:solidFill>
                  <a:srgbClr val="607080"/>
                </a:solidFill>
              </a:defRPr>
            </a:lvl6pPr>
            <a:lvl7pPr>
              <a:defRPr sz="900" b="1">
                <a:solidFill>
                  <a:srgbClr val="607080"/>
                </a:solidFill>
              </a:defRPr>
            </a:lvl7pPr>
            <a:lvl8pPr>
              <a:defRPr sz="900" b="1">
                <a:solidFill>
                  <a:srgbClr val="607080"/>
                </a:solidFill>
              </a:defRPr>
            </a:lvl8pPr>
            <a:lvl9pPr>
              <a:defRPr sz="900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07080"/>
                </a:solidFill>
              </a:defRPr>
            </a:pPr>
            <a:r>
              <a:rPr sz="900" b="1">
                <a:solidFill>
                  <a:srgbClr val="607080"/>
                </a:solidFill>
              </a:rPr>
              <a:t>WAPE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B2446-0BC8-4AC3-BCD3-C5FAB32E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  <a:lvl1pPr>
              <a:defRPr sz="1425" b="0">
                <a:solidFill>
                  <a:srgbClr val="17212B"/>
                </a:solidFill>
              </a:defRPr>
            </a:lvl1pPr>
            <a:lvl2pPr>
              <a:defRPr sz="1425" b="0">
                <a:solidFill>
                  <a:srgbClr val="17212B"/>
                </a:solidFill>
              </a:defRPr>
            </a:lvl2pPr>
            <a:lvl3pPr>
              <a:defRPr sz="1425" b="0">
                <a:solidFill>
                  <a:srgbClr val="17212B"/>
                </a:solidFill>
              </a:defRPr>
            </a:lvl3pPr>
            <a:lvl4pPr>
              <a:defRPr sz="1425" b="0">
                <a:solidFill>
                  <a:srgbClr val="17212B"/>
                </a:solidFill>
              </a:defRPr>
            </a:lvl4pPr>
            <a:lvl5pPr>
              <a:defRPr sz="1425" b="0">
                <a:solidFill>
                  <a:srgbClr val="17212B"/>
                </a:solidFill>
              </a:defRPr>
            </a:lvl5pPr>
            <a:lvl6pPr>
              <a:defRPr sz="1425" b="0">
                <a:solidFill>
                  <a:srgbClr val="17212B"/>
                </a:solidFill>
              </a:defRPr>
            </a:lvl6pPr>
            <a:lvl7pPr>
              <a:defRPr sz="1425" b="0">
                <a:solidFill>
                  <a:srgbClr val="17212B"/>
                </a:solidFill>
              </a:defRPr>
            </a:lvl7pPr>
            <a:lvl8pPr>
              <a:defRPr sz="1425" b="0">
                <a:solidFill>
                  <a:srgbClr val="17212B"/>
                </a:solidFill>
              </a:defRPr>
            </a:lvl8pPr>
            <a:lvl9pPr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Seasonal naive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DBD35-24B4-4E85-9A82-F5EF74BB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0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  <a:lvl1pPr>
              <a:defRPr sz="1425" b="0">
                <a:solidFill>
                  <a:srgbClr val="17212B"/>
                </a:solidFill>
              </a:defRPr>
            </a:lvl1pPr>
            <a:lvl2pPr>
              <a:defRPr sz="1425" b="0">
                <a:solidFill>
                  <a:srgbClr val="17212B"/>
                </a:solidFill>
              </a:defRPr>
            </a:lvl2pPr>
            <a:lvl3pPr>
              <a:defRPr sz="1425" b="0">
                <a:solidFill>
                  <a:srgbClr val="17212B"/>
                </a:solidFill>
              </a:defRPr>
            </a:lvl3pPr>
            <a:lvl4pPr>
              <a:defRPr sz="1425" b="0">
                <a:solidFill>
                  <a:srgbClr val="17212B"/>
                </a:solidFill>
              </a:defRPr>
            </a:lvl4pPr>
            <a:lvl5pPr>
              <a:defRPr sz="1425" b="0">
                <a:solidFill>
                  <a:srgbClr val="17212B"/>
                </a:solidFill>
              </a:defRPr>
            </a:lvl5pPr>
            <a:lvl6pPr>
              <a:defRPr sz="1425" b="0">
                <a:solidFill>
                  <a:srgbClr val="17212B"/>
                </a:solidFill>
              </a:defRPr>
            </a:lvl6pPr>
            <a:lvl7pPr>
              <a:defRPr sz="1425" b="0">
                <a:solidFill>
                  <a:srgbClr val="17212B"/>
                </a:solidFill>
              </a:defRPr>
            </a:lvl7pPr>
            <a:lvl8pPr>
              <a:defRPr sz="1425" b="0">
                <a:solidFill>
                  <a:srgbClr val="17212B"/>
                </a:solidFill>
              </a:defRPr>
            </a:lvl8pPr>
            <a:lvl9pPr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5.4861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2775E-0683-4EC7-957A-43D97ECB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0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  <a:lvl1pPr>
              <a:defRPr sz="1425" b="0">
                <a:solidFill>
                  <a:srgbClr val="17212B"/>
                </a:solidFill>
              </a:defRPr>
            </a:lvl1pPr>
            <a:lvl2pPr>
              <a:defRPr sz="1425" b="0">
                <a:solidFill>
                  <a:srgbClr val="17212B"/>
                </a:solidFill>
              </a:defRPr>
            </a:lvl2pPr>
            <a:lvl3pPr>
              <a:defRPr sz="1425" b="0">
                <a:solidFill>
                  <a:srgbClr val="17212B"/>
                </a:solidFill>
              </a:defRPr>
            </a:lvl3pPr>
            <a:lvl4pPr>
              <a:defRPr sz="1425" b="0">
                <a:solidFill>
                  <a:srgbClr val="17212B"/>
                </a:solidFill>
              </a:defRPr>
            </a:lvl4pPr>
            <a:lvl5pPr>
              <a:defRPr sz="1425" b="0">
                <a:solidFill>
                  <a:srgbClr val="17212B"/>
                </a:solidFill>
              </a:defRPr>
            </a:lvl5pPr>
            <a:lvl6pPr>
              <a:defRPr sz="1425" b="0">
                <a:solidFill>
                  <a:srgbClr val="17212B"/>
                </a:solidFill>
              </a:defRPr>
            </a:lvl6pPr>
            <a:lvl7pPr>
              <a:defRPr sz="1425" b="0">
                <a:solidFill>
                  <a:srgbClr val="17212B"/>
                </a:solidFill>
              </a:defRPr>
            </a:lvl7pPr>
            <a:lvl8pPr>
              <a:defRPr sz="1425" b="0">
                <a:solidFill>
                  <a:srgbClr val="17212B"/>
                </a:solidFill>
              </a:defRPr>
            </a:lvl8pPr>
            <a:lvl9pPr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12.0370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D4C7A-3C50-4942-ABD8-2977AA2D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  <a:lvl1pPr>
              <a:defRPr sz="1425" b="0">
                <a:solidFill>
                  <a:srgbClr val="17212B"/>
                </a:solidFill>
              </a:defRPr>
            </a:lvl1pPr>
            <a:lvl2pPr>
              <a:defRPr sz="1425" b="0">
                <a:solidFill>
                  <a:srgbClr val="17212B"/>
                </a:solidFill>
              </a:defRPr>
            </a:lvl2pPr>
            <a:lvl3pPr>
              <a:defRPr sz="1425" b="0">
                <a:solidFill>
                  <a:srgbClr val="17212B"/>
                </a:solidFill>
              </a:defRPr>
            </a:lvl3pPr>
            <a:lvl4pPr>
              <a:defRPr sz="1425" b="0">
                <a:solidFill>
                  <a:srgbClr val="17212B"/>
                </a:solidFill>
              </a:defRPr>
            </a:lvl4pPr>
            <a:lvl5pPr>
              <a:defRPr sz="1425" b="0">
                <a:solidFill>
                  <a:srgbClr val="17212B"/>
                </a:solidFill>
              </a:defRPr>
            </a:lvl5pPr>
            <a:lvl6pPr>
              <a:defRPr sz="1425" b="0">
                <a:solidFill>
                  <a:srgbClr val="17212B"/>
                </a:solidFill>
              </a:defRPr>
            </a:lvl6pPr>
            <a:lvl7pPr>
              <a:defRPr sz="1425" b="0">
                <a:solidFill>
                  <a:srgbClr val="17212B"/>
                </a:solidFill>
              </a:defRPr>
            </a:lvl7pPr>
            <a:lvl8pPr>
              <a:defRPr sz="1425" b="0">
                <a:solidFill>
                  <a:srgbClr val="17212B"/>
                </a:solidFill>
              </a:defRPr>
            </a:lvl8pPr>
            <a:lvl9pPr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36.40%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673AC-22D8-4B62-BF3E-12E6469F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956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  <a:lvl1pPr>
              <a:defRPr sz="1425" b="0">
                <a:solidFill>
                  <a:srgbClr val="17212B"/>
                </a:solidFill>
              </a:defRPr>
            </a:lvl1pPr>
            <a:lvl2pPr>
              <a:defRPr sz="1425" b="0">
                <a:solidFill>
                  <a:srgbClr val="17212B"/>
                </a:solidFill>
              </a:defRPr>
            </a:lvl2pPr>
            <a:lvl3pPr>
              <a:defRPr sz="1425" b="0">
                <a:solidFill>
                  <a:srgbClr val="17212B"/>
                </a:solidFill>
              </a:defRPr>
            </a:lvl3pPr>
            <a:lvl4pPr>
              <a:defRPr sz="1425" b="0">
                <a:solidFill>
                  <a:srgbClr val="17212B"/>
                </a:solidFill>
              </a:defRPr>
            </a:lvl4pPr>
            <a:lvl5pPr>
              <a:defRPr sz="1425" b="0">
                <a:solidFill>
                  <a:srgbClr val="17212B"/>
                </a:solidFill>
              </a:defRPr>
            </a:lvl5pPr>
            <a:lvl6pPr>
              <a:defRPr sz="1425" b="0">
                <a:solidFill>
                  <a:srgbClr val="17212B"/>
                </a:solidFill>
              </a:defRPr>
            </a:lvl6pPr>
            <a:lvl7pPr>
              <a:defRPr sz="1425" b="0">
                <a:solidFill>
                  <a:srgbClr val="17212B"/>
                </a:solidFill>
              </a:defRPr>
            </a:lvl7pPr>
            <a:lvl8pPr>
              <a:defRPr sz="1425" b="0">
                <a:solidFill>
                  <a:srgbClr val="17212B"/>
                </a:solidFill>
              </a:defRPr>
            </a:lvl8pPr>
            <a:lvl9pPr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Moving average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ADA78-CA65-413A-9AFB-AC48467C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956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  <a:lvl1pPr>
              <a:defRPr sz="1425" b="0">
                <a:solidFill>
                  <a:srgbClr val="17212B"/>
                </a:solidFill>
              </a:defRPr>
            </a:lvl1pPr>
            <a:lvl2pPr>
              <a:defRPr sz="1425" b="0">
                <a:solidFill>
                  <a:srgbClr val="17212B"/>
                </a:solidFill>
              </a:defRPr>
            </a:lvl2pPr>
            <a:lvl3pPr>
              <a:defRPr sz="1425" b="0">
                <a:solidFill>
                  <a:srgbClr val="17212B"/>
                </a:solidFill>
              </a:defRPr>
            </a:lvl3pPr>
            <a:lvl4pPr>
              <a:defRPr sz="1425" b="0">
                <a:solidFill>
                  <a:srgbClr val="17212B"/>
                </a:solidFill>
              </a:defRPr>
            </a:lvl4pPr>
            <a:lvl5pPr>
              <a:defRPr sz="1425" b="0">
                <a:solidFill>
                  <a:srgbClr val="17212B"/>
                </a:solidFill>
              </a:defRPr>
            </a:lvl5pPr>
            <a:lvl6pPr>
              <a:defRPr sz="1425" b="0">
                <a:solidFill>
                  <a:srgbClr val="17212B"/>
                </a:solidFill>
              </a:defRPr>
            </a:lvl6pPr>
            <a:lvl7pPr>
              <a:defRPr sz="1425" b="0">
                <a:solidFill>
                  <a:srgbClr val="17212B"/>
                </a:solidFill>
              </a:defRPr>
            </a:lvl7pPr>
            <a:lvl8pPr>
              <a:defRPr sz="1425" b="0">
                <a:solidFill>
                  <a:srgbClr val="17212B"/>
                </a:solidFill>
              </a:defRPr>
            </a:lvl8pPr>
            <a:lvl9pPr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5.0783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D8E30-4E2B-43E9-82AC-37BD550E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956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  <a:lvl1pPr>
              <a:defRPr sz="1425" b="0">
                <a:solidFill>
                  <a:srgbClr val="17212B"/>
                </a:solidFill>
              </a:defRPr>
            </a:lvl1pPr>
            <a:lvl2pPr>
              <a:defRPr sz="1425" b="0">
                <a:solidFill>
                  <a:srgbClr val="17212B"/>
                </a:solidFill>
              </a:defRPr>
            </a:lvl2pPr>
            <a:lvl3pPr>
              <a:defRPr sz="1425" b="0">
                <a:solidFill>
                  <a:srgbClr val="17212B"/>
                </a:solidFill>
              </a:defRPr>
            </a:lvl3pPr>
            <a:lvl4pPr>
              <a:defRPr sz="1425" b="0">
                <a:solidFill>
                  <a:srgbClr val="17212B"/>
                </a:solidFill>
              </a:defRPr>
            </a:lvl4pPr>
            <a:lvl5pPr>
              <a:defRPr sz="1425" b="0">
                <a:solidFill>
                  <a:srgbClr val="17212B"/>
                </a:solidFill>
              </a:defRPr>
            </a:lvl5pPr>
            <a:lvl6pPr>
              <a:defRPr sz="1425" b="0">
                <a:solidFill>
                  <a:srgbClr val="17212B"/>
                </a:solidFill>
              </a:defRPr>
            </a:lvl6pPr>
            <a:lvl7pPr>
              <a:defRPr sz="1425" b="0">
                <a:solidFill>
                  <a:srgbClr val="17212B"/>
                </a:solidFill>
              </a:defRPr>
            </a:lvl7pPr>
            <a:lvl8pPr>
              <a:defRPr sz="1425" b="0">
                <a:solidFill>
                  <a:srgbClr val="17212B"/>
                </a:solidFill>
              </a:defRPr>
            </a:lvl8pPr>
            <a:lvl9pPr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10.5287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237D7-6413-4464-8B2B-E9D532E6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956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  <a:lvl1pPr>
              <a:defRPr sz="1425" b="0">
                <a:solidFill>
                  <a:srgbClr val="17212B"/>
                </a:solidFill>
              </a:defRPr>
            </a:lvl1pPr>
            <a:lvl2pPr>
              <a:defRPr sz="1425" b="0">
                <a:solidFill>
                  <a:srgbClr val="17212B"/>
                </a:solidFill>
              </a:defRPr>
            </a:lvl2pPr>
            <a:lvl3pPr>
              <a:defRPr sz="1425" b="0">
                <a:solidFill>
                  <a:srgbClr val="17212B"/>
                </a:solidFill>
              </a:defRPr>
            </a:lvl3pPr>
            <a:lvl4pPr>
              <a:defRPr sz="1425" b="0">
                <a:solidFill>
                  <a:srgbClr val="17212B"/>
                </a:solidFill>
              </a:defRPr>
            </a:lvl4pPr>
            <a:lvl5pPr>
              <a:defRPr sz="1425" b="0">
                <a:solidFill>
                  <a:srgbClr val="17212B"/>
                </a:solidFill>
              </a:defRPr>
            </a:lvl5pPr>
            <a:lvl6pPr>
              <a:defRPr sz="1425" b="0">
                <a:solidFill>
                  <a:srgbClr val="17212B"/>
                </a:solidFill>
              </a:defRPr>
            </a:lvl6pPr>
            <a:lvl7pPr>
              <a:defRPr sz="1425" b="0">
                <a:solidFill>
                  <a:srgbClr val="17212B"/>
                </a:solidFill>
              </a:defRPr>
            </a:lvl7pPr>
            <a:lvl8pPr>
              <a:defRPr sz="1425" b="0">
                <a:solidFill>
                  <a:srgbClr val="17212B"/>
                </a:solidFill>
              </a:defRPr>
            </a:lvl8pPr>
            <a:lvl9pPr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33.70%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11670-EE8C-4FF5-93C4-BD2CB930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F7A62"/>
                </a:solidFill>
              </a:defRPr>
            </a:defPPr>
            <a:lvl1pPr>
              <a:defRPr sz="1425" b="1">
                <a:solidFill>
                  <a:srgbClr val="1F7A62"/>
                </a:solidFill>
              </a:defRPr>
            </a:lvl1pPr>
            <a:lvl2pPr>
              <a:defRPr sz="1425" b="1">
                <a:solidFill>
                  <a:srgbClr val="1F7A62"/>
                </a:solidFill>
              </a:defRPr>
            </a:lvl2pPr>
            <a:lvl3pPr>
              <a:defRPr sz="1425" b="1">
                <a:solidFill>
                  <a:srgbClr val="1F7A62"/>
                </a:solidFill>
              </a:defRPr>
            </a:lvl3pPr>
            <a:lvl4pPr>
              <a:defRPr sz="1425" b="1">
                <a:solidFill>
                  <a:srgbClr val="1F7A62"/>
                </a:solidFill>
              </a:defRPr>
            </a:lvl4pPr>
            <a:lvl5pPr>
              <a:defRPr sz="1425" b="1">
                <a:solidFill>
                  <a:srgbClr val="1F7A62"/>
                </a:solidFill>
              </a:defRPr>
            </a:lvl5pPr>
            <a:lvl6pPr>
              <a:defRPr sz="1425" b="1">
                <a:solidFill>
                  <a:srgbClr val="1F7A62"/>
                </a:solidFill>
              </a:defRPr>
            </a:lvl6pPr>
            <a:lvl7pPr>
              <a:defRPr sz="1425" b="1">
                <a:solidFill>
                  <a:srgbClr val="1F7A62"/>
                </a:solidFill>
              </a:defRPr>
            </a:lvl7pPr>
            <a:lvl8pPr>
              <a:defRPr sz="1425" b="1">
                <a:solidFill>
                  <a:srgbClr val="1F7A62"/>
                </a:solidFill>
              </a:defRPr>
            </a:lvl8pPr>
            <a:lvl9pPr>
              <a:defRPr sz="1425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F7A62"/>
                </a:solidFill>
              </a:defRPr>
            </a:pPr>
            <a:r>
              <a:rPr sz="1425" b="1">
                <a:solidFill>
                  <a:srgbClr val="1F7A62"/>
                </a:solidFill>
              </a:rPr>
              <a:t>XGBoost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830F7-F9C3-41E3-A28C-D2A2D8FE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909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F7A62"/>
                </a:solidFill>
              </a:defRPr>
            </a:defPPr>
            <a:lvl1pPr>
              <a:defRPr sz="1425" b="1">
                <a:solidFill>
                  <a:srgbClr val="1F7A62"/>
                </a:solidFill>
              </a:defRPr>
            </a:lvl1pPr>
            <a:lvl2pPr>
              <a:defRPr sz="1425" b="1">
                <a:solidFill>
                  <a:srgbClr val="1F7A62"/>
                </a:solidFill>
              </a:defRPr>
            </a:lvl2pPr>
            <a:lvl3pPr>
              <a:defRPr sz="1425" b="1">
                <a:solidFill>
                  <a:srgbClr val="1F7A62"/>
                </a:solidFill>
              </a:defRPr>
            </a:lvl3pPr>
            <a:lvl4pPr>
              <a:defRPr sz="1425" b="1">
                <a:solidFill>
                  <a:srgbClr val="1F7A62"/>
                </a:solidFill>
              </a:defRPr>
            </a:lvl4pPr>
            <a:lvl5pPr>
              <a:defRPr sz="1425" b="1">
                <a:solidFill>
                  <a:srgbClr val="1F7A62"/>
                </a:solidFill>
              </a:defRPr>
            </a:lvl5pPr>
            <a:lvl6pPr>
              <a:defRPr sz="1425" b="1">
                <a:solidFill>
                  <a:srgbClr val="1F7A62"/>
                </a:solidFill>
              </a:defRPr>
            </a:lvl6pPr>
            <a:lvl7pPr>
              <a:defRPr sz="1425" b="1">
                <a:solidFill>
                  <a:srgbClr val="1F7A62"/>
                </a:solidFill>
              </a:defRPr>
            </a:lvl7pPr>
            <a:lvl8pPr>
              <a:defRPr sz="1425" b="1">
                <a:solidFill>
                  <a:srgbClr val="1F7A62"/>
                </a:solidFill>
              </a:defRPr>
            </a:lvl8pPr>
            <a:lvl9pPr>
              <a:defRPr sz="1425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F7A62"/>
                </a:solidFill>
              </a:defRPr>
            </a:pPr>
            <a:r>
              <a:rPr sz="1425" b="1">
                <a:solidFill>
                  <a:srgbClr val="1F7A62"/>
                </a:solidFill>
              </a:rPr>
              <a:t>4.1905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AD148-83C9-4D17-B3BD-DB431CD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909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F7A62"/>
                </a:solidFill>
              </a:defRPr>
            </a:defPPr>
            <a:lvl1pPr>
              <a:defRPr sz="1425" b="1">
                <a:solidFill>
                  <a:srgbClr val="1F7A62"/>
                </a:solidFill>
              </a:defRPr>
            </a:lvl1pPr>
            <a:lvl2pPr>
              <a:defRPr sz="1425" b="1">
                <a:solidFill>
                  <a:srgbClr val="1F7A62"/>
                </a:solidFill>
              </a:defRPr>
            </a:lvl2pPr>
            <a:lvl3pPr>
              <a:defRPr sz="1425" b="1">
                <a:solidFill>
                  <a:srgbClr val="1F7A62"/>
                </a:solidFill>
              </a:defRPr>
            </a:lvl3pPr>
            <a:lvl4pPr>
              <a:defRPr sz="1425" b="1">
                <a:solidFill>
                  <a:srgbClr val="1F7A62"/>
                </a:solidFill>
              </a:defRPr>
            </a:lvl4pPr>
            <a:lvl5pPr>
              <a:defRPr sz="1425" b="1">
                <a:solidFill>
                  <a:srgbClr val="1F7A62"/>
                </a:solidFill>
              </a:defRPr>
            </a:lvl5pPr>
            <a:lvl6pPr>
              <a:defRPr sz="1425" b="1">
                <a:solidFill>
                  <a:srgbClr val="1F7A62"/>
                </a:solidFill>
              </a:defRPr>
            </a:lvl6pPr>
            <a:lvl7pPr>
              <a:defRPr sz="1425" b="1">
                <a:solidFill>
                  <a:srgbClr val="1F7A62"/>
                </a:solidFill>
              </a:defRPr>
            </a:lvl7pPr>
            <a:lvl8pPr>
              <a:defRPr sz="1425" b="1">
                <a:solidFill>
                  <a:srgbClr val="1F7A62"/>
                </a:solidFill>
              </a:defRPr>
            </a:lvl8pPr>
            <a:lvl9pPr>
              <a:defRPr sz="1425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F7A62"/>
                </a:solidFill>
              </a:defRPr>
            </a:pPr>
            <a:r>
              <a:rPr sz="1425" b="1">
                <a:solidFill>
                  <a:srgbClr val="1F7A62"/>
                </a:solidFill>
              </a:rPr>
              <a:t>8.6138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59D80-11D4-4176-9751-210416B1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909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F7A62"/>
                </a:solidFill>
              </a:defRPr>
            </a:defPPr>
            <a:lvl1pPr>
              <a:defRPr sz="1425" b="1">
                <a:solidFill>
                  <a:srgbClr val="1F7A62"/>
                </a:solidFill>
              </a:defRPr>
            </a:lvl1pPr>
            <a:lvl2pPr>
              <a:defRPr sz="1425" b="1">
                <a:solidFill>
                  <a:srgbClr val="1F7A62"/>
                </a:solidFill>
              </a:defRPr>
            </a:lvl2pPr>
            <a:lvl3pPr>
              <a:defRPr sz="1425" b="1">
                <a:solidFill>
                  <a:srgbClr val="1F7A62"/>
                </a:solidFill>
              </a:defRPr>
            </a:lvl3pPr>
            <a:lvl4pPr>
              <a:defRPr sz="1425" b="1">
                <a:solidFill>
                  <a:srgbClr val="1F7A62"/>
                </a:solidFill>
              </a:defRPr>
            </a:lvl4pPr>
            <a:lvl5pPr>
              <a:defRPr sz="1425" b="1">
                <a:solidFill>
                  <a:srgbClr val="1F7A62"/>
                </a:solidFill>
              </a:defRPr>
            </a:lvl5pPr>
            <a:lvl6pPr>
              <a:defRPr sz="1425" b="1">
                <a:solidFill>
                  <a:srgbClr val="1F7A62"/>
                </a:solidFill>
              </a:defRPr>
            </a:lvl6pPr>
            <a:lvl7pPr>
              <a:defRPr sz="1425" b="1">
                <a:solidFill>
                  <a:srgbClr val="1F7A62"/>
                </a:solidFill>
              </a:defRPr>
            </a:lvl7pPr>
            <a:lvl8pPr>
              <a:defRPr sz="1425" b="1">
                <a:solidFill>
                  <a:srgbClr val="1F7A62"/>
                </a:solidFill>
              </a:defRPr>
            </a:lvl8pPr>
            <a:lvl9pPr>
              <a:defRPr sz="1425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F7A62"/>
                </a:solidFill>
              </a:defRPr>
            </a:pPr>
            <a:r>
              <a:rPr sz="1425" b="1">
                <a:solidFill>
                  <a:srgbClr val="1F7A62"/>
                </a:solidFill>
              </a:rPr>
              <a:t>27.81%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83D2F-CD51-42AF-A3CE-75A08489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F7A62"/>
                </a:solidFill>
              </a:defRPr>
            </a:defPPr>
            <a:lvl1pPr>
              <a:defRPr sz="1500" b="1">
                <a:solidFill>
                  <a:srgbClr val="1F7A62"/>
                </a:solidFill>
              </a:defRPr>
            </a:lvl1pPr>
            <a:lvl2pPr>
              <a:defRPr sz="1500" b="1">
                <a:solidFill>
                  <a:srgbClr val="1F7A62"/>
                </a:solidFill>
              </a:defRPr>
            </a:lvl2pPr>
            <a:lvl3pPr>
              <a:defRPr sz="1500" b="1">
                <a:solidFill>
                  <a:srgbClr val="1F7A62"/>
                </a:solidFill>
              </a:defRPr>
            </a:lvl3pPr>
            <a:lvl4pPr>
              <a:defRPr sz="1500" b="1">
                <a:solidFill>
                  <a:srgbClr val="1F7A62"/>
                </a:solidFill>
              </a:defRPr>
            </a:lvl4pPr>
            <a:lvl5pPr>
              <a:defRPr sz="1500" b="1">
                <a:solidFill>
                  <a:srgbClr val="1F7A62"/>
                </a:solidFill>
              </a:defRPr>
            </a:lvl5pPr>
            <a:lvl6pPr>
              <a:defRPr sz="1500" b="1">
                <a:solidFill>
                  <a:srgbClr val="1F7A62"/>
                </a:solidFill>
              </a:defRPr>
            </a:lvl6pPr>
            <a:lvl7pPr>
              <a:defRPr sz="1500" b="1">
                <a:solidFill>
                  <a:srgbClr val="1F7A62"/>
                </a:solidFill>
              </a:defRPr>
            </a:lvl7pPr>
            <a:lvl8pPr>
              <a:defRPr sz="1500" b="1">
                <a:solidFill>
                  <a:srgbClr val="1F7A62"/>
                </a:solidFill>
              </a:defRPr>
            </a:lvl8pPr>
            <a:lvl9pPr>
              <a:defRPr sz="1500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7A62"/>
                </a:solidFill>
              </a:defRPr>
            </a:pPr>
            <a:r>
              <a:rPr sz="1500" b="1">
                <a:solidFill>
                  <a:srgbClr val="1F7A62"/>
                </a:solidFill>
              </a:rPr>
              <a:t>Gain WAPE XGBoost vs seasonal naive : 23,62% relatif.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7EFF2-4880-48A5-A04E-E5B1427E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099AF8-143E-48A7-B578-7E76DBF4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13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65B96-F590-4EF6-86C5-95CE12D2E5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470c2006f49e5"/>
          <a:stretch xmlns:a="http://schemas.openxmlformats.org/drawingml/2006/main"/>
        </p:blipFill>
        <p:spPr>
          <a:xfrm xmlns:a="http://schemas.openxmlformats.org/drawingml/2006/main">
            <a:off x="8191500" y="4879398"/>
            <a:ext cx="2762250" cy="10044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0468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72B58-EB76-4286-95ED-3026B053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14 · ANALYSE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C2957-9519-45D3-B9E3-F2222249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Demande intermittente et WAPE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587CB-7D1A-47A3-B8A0-DCE45BB6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Les séries faibles contiennent beaucoup de zéros, ce qui rend WAPE instable.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637A3-77B9-41EC-90C1-22758EC9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DC833-6C2C-4E87-B7CA-8E54AFA6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LOW-DEMAND ·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3DB6E-0826-46AC-B0C0-C0AF023D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462E8-3127-4C5B-8BAD-2636861D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ZÉROS RÉELS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B67A9-9E5D-4133-B912-119B88D4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91.50%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CC33D-7AE2-4F33-A5F0-55766508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99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des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F156-E6D4-4083-9C50-946C2C85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FE740-F6CE-41E7-A194-61995067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95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XGBOOST MAE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BFC5E-B702-4BAF-8FF0-FFA14DA1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43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0.1670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BA2F6-084C-4576-9DF9-ADE608E9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099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faible erreur absolue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F718A-B5B2-45AE-B3DD-95E2B6AB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D06A3A"/>
                </a:solidFill>
              </a:defRPr>
            </a:defPPr>
            <a:lvl1pPr>
              <a:defRPr sz="1500" b="1">
                <a:solidFill>
                  <a:srgbClr val="D06A3A"/>
                </a:solidFill>
              </a:defRPr>
            </a:lvl1pPr>
            <a:lvl2pPr>
              <a:defRPr sz="1500" b="1">
                <a:solidFill>
                  <a:srgbClr val="D06A3A"/>
                </a:solidFill>
              </a:defRPr>
            </a:lvl2pPr>
            <a:lvl3pPr>
              <a:defRPr sz="1500" b="1">
                <a:solidFill>
                  <a:srgbClr val="D06A3A"/>
                </a:solidFill>
              </a:defRPr>
            </a:lvl3pPr>
            <a:lvl4pPr>
              <a:defRPr sz="1500" b="1">
                <a:solidFill>
                  <a:srgbClr val="D06A3A"/>
                </a:solidFill>
              </a:defRPr>
            </a:lvl4pPr>
            <a:lvl5pPr>
              <a:defRPr sz="1500" b="1">
                <a:solidFill>
                  <a:srgbClr val="D06A3A"/>
                </a:solidFill>
              </a:defRPr>
            </a:lvl5pPr>
            <a:lvl6pPr>
              <a:defRPr sz="1500" b="1">
                <a:solidFill>
                  <a:srgbClr val="D06A3A"/>
                </a:solidFill>
              </a:defRPr>
            </a:lvl6pPr>
            <a:lvl7pPr>
              <a:defRPr sz="1500" b="1">
                <a:solidFill>
                  <a:srgbClr val="D06A3A"/>
                </a:solidFill>
              </a:defRPr>
            </a:lvl7pPr>
            <a:lvl8pPr>
              <a:defRPr sz="1500" b="1">
                <a:solidFill>
                  <a:srgbClr val="D06A3A"/>
                </a:solidFill>
              </a:defRPr>
            </a:lvl8pPr>
            <a:lvl9pPr>
              <a:defRPr sz="1500" b="1">
                <a:solidFill>
                  <a:srgbClr val="D06A3A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D06A3A"/>
                </a:solidFill>
              </a:defRPr>
            </a:pPr>
            <a:r>
              <a:rPr sz="1500" b="1">
                <a:solidFill>
                  <a:srgbClr val="D06A3A"/>
                </a:solidFill>
              </a:rPr>
              <a:t>WAPE XGBoost : 166.36%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A8890-BF5E-4BCF-8A90-5E84352D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00E0B-CEDB-460A-9E74-5213321C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24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HIGH-DEMAND ·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4FBF8-A54F-4093-80DB-F9784451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467D0-EA6F-42AA-8ECA-DEA36F62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95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ZÉROS RÉELS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D5A54-616E-4C84-A501-107946B2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43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8.04%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65431-CC8D-4BB2-9861-3DA94698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99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des observations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A2891-0BFE-462A-A6FF-1879FEE0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4320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C5103-5534-417B-82DD-CDCFA5F7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XGBOOST MAE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AE3975-48D4-4D37-B344-EBAAA06E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8.2140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3C876-2905-455E-B70C-5C946179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99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volume plus élevé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E5069-74BE-4351-9447-3400534A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F7A62"/>
                </a:solidFill>
              </a:defRPr>
            </a:defPPr>
            <a:lvl1pPr>
              <a:defRPr sz="1500" b="1">
                <a:solidFill>
                  <a:srgbClr val="1F7A62"/>
                </a:solidFill>
              </a:defRPr>
            </a:lvl1pPr>
            <a:lvl2pPr>
              <a:defRPr sz="1500" b="1">
                <a:solidFill>
                  <a:srgbClr val="1F7A62"/>
                </a:solidFill>
              </a:defRPr>
            </a:lvl2pPr>
            <a:lvl3pPr>
              <a:defRPr sz="1500" b="1">
                <a:solidFill>
                  <a:srgbClr val="1F7A62"/>
                </a:solidFill>
              </a:defRPr>
            </a:lvl3pPr>
            <a:lvl4pPr>
              <a:defRPr sz="1500" b="1">
                <a:solidFill>
                  <a:srgbClr val="1F7A62"/>
                </a:solidFill>
              </a:defRPr>
            </a:lvl4pPr>
            <a:lvl5pPr>
              <a:defRPr sz="1500" b="1">
                <a:solidFill>
                  <a:srgbClr val="1F7A62"/>
                </a:solidFill>
              </a:defRPr>
            </a:lvl5pPr>
            <a:lvl6pPr>
              <a:defRPr sz="1500" b="1">
                <a:solidFill>
                  <a:srgbClr val="1F7A62"/>
                </a:solidFill>
              </a:defRPr>
            </a:lvl6pPr>
            <a:lvl7pPr>
              <a:defRPr sz="1500" b="1">
                <a:solidFill>
                  <a:srgbClr val="1F7A62"/>
                </a:solidFill>
              </a:defRPr>
            </a:lvl7pPr>
            <a:lvl8pPr>
              <a:defRPr sz="1500" b="1">
                <a:solidFill>
                  <a:srgbClr val="1F7A62"/>
                </a:solidFill>
              </a:defRPr>
            </a:lvl8pPr>
            <a:lvl9pPr>
              <a:defRPr sz="1500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7A62"/>
                </a:solidFill>
              </a:defRPr>
            </a:pPr>
            <a:r>
              <a:rPr sz="1500" b="1">
                <a:solidFill>
                  <a:srgbClr val="1F7A62"/>
                </a:solidFill>
              </a:rPr>
              <a:t>WAPE XGBoost : 27.34%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E92690-620A-44B4-8FAE-5E5E3A9B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8B5315-4C80-4CC1-9083-4382FA58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898563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B0CFF9-9346-4CC6-9C12-C13AB27C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15 · SERVICE DEMANDE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CACBF-2DF3-43F2-A0C6-E9D87331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Prévision via API :8903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F94C9-A6EF-4D20-A867-7208ABD6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 service expose l’artefact léger existant, sans lancer de nouvel entraînement.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17E84-4E2B-4020-BEB0-BD292EC2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78A61-4E98-4B8B-9C61-1051D040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0D13C-AD19-4438-B8FD-49AAF0FB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Entrée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04ECF-6BD5-4E66-8B80-F970F959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5C888-B583-4CA7-9D6A-B693F080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historique de 28 valeurs minimum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4C1E0-FF87-49A2-92DE-6A2C1520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0AB27-A0C5-4E68-99BF-9C9C85E8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horizon de 1 à 28 jours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69A06-4E20-4DC4-A2DA-A9D6A2DA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7DFE9-B545-43D0-A350-1DD14651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date d’ancrage facultative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B3C1A-F74E-45ED-B71C-BF063ABC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9D94D-B109-4E01-9143-74A588FF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prix optionnel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0B0F4-1739-4CED-A2F4-55AC970F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Sortie réelle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55E2B-FECB-4814-8A92-ABCE2234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86BC8-1EA9-4CE3-8462-8CC5D012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7 prédictions non négatives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3BDFD3-2532-4241-8CB5-DC6DAD41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63932-B75C-4E60-B8BA-84D37DBD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model=m5-xgboost-lightweight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387BA-E135-4632-B280-52C169DE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265C6-C6E9-4CE0-B062-F48E2E52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resource_guard=true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E515C-4119-4C96-8384-D699EA5A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E43408-5C5E-4095-8E4B-2575C6A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validation 422 si entrée invalide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153F8-45F6-492F-88AC-90252024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572BE3-215F-47AC-9B78-D05E8006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01808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D6FADA-43E5-4D05-BBF7-6AE02FFD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16 · PRODUIT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21E3E-7F95-4DD1-A889-C76770CD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RAG catalogue Amazon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068C0-33AA-4755-98D8-045023F6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La récupération fournit les faits avant la génération.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2BAD7-2AF9-452D-AAD1-FBEA9909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2385E-11EA-45D1-828C-DAC60B72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B7C84-F6E7-4D30-88E1-CF1ACC63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Étapes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70082-37A5-4452-BF6D-96FF68A7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39C5E-5EC9-4F1C-B37C-6EF15AA6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TF-IDF index persistant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DC753-ED1D-4396-82BB-64E90053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E9218-3149-4A9E-8634-8D88F821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Top-k références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70CD7-B580-42AC-839E-D2546226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70AA1-2292-4250-9E9F-7D154221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Contexte transmis à Gemma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81824-792B-497B-8BC6-CF731AE0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29203-1DFE-4CB6-8E5A-4A12DAED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Références conservées dans 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44B53-BB8F-4198-8FC1-823F2238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Garde-fous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A961D-56AA-4173-A4F8-EF496546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8FA14-456E-4CCB-9874-24686169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Attributs non supportés interdits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46E56-488F-449C-9F31-D845EFA1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8665C-FC82-4F7D-9D3C-EBDBFB5C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Réponse indisponible sans LLM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0863E-EA9B-4F64-AD2A-009406A2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CD5BB-6FAF-4FDC-BE02-4A61CF4B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Trace des références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981FE-233A-4DEF-9B43-9423452C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30887-4FC1-4C84-B97C-DD76D127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Prompt injection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FD1081-147F-4F01-B2CD-B4614EFC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6F415-0875-47B7-B8B0-D1B08CCF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207414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8E6B7-1855-40E7-AFE4-2BCD8AFF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17 · EXEMPLE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24649-68CA-4253-95A2-9682D466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Une fiche produit avec preuves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D9AC3-8194-4056-A4A8-77BA0E18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L’appel réel a retourné deux références Amazon et un objet JSON complet.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B5879-88EB-4BE3-A17E-41A8D980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C27DE-08A1-426F-8BCD-47B3EC01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REQUÊTE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9D8B9-7E19-4617-A74D-6B146703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0243E"/>
                </a:solidFill>
              </a:defRPr>
            </a:defPPr>
            <a:lvl1pPr>
              <a:defRPr sz="2100" b="1">
                <a:solidFill>
                  <a:srgbClr val="10243E"/>
                </a:solidFill>
              </a:defRPr>
            </a:lvl1pPr>
            <a:lvl2pPr>
              <a:defRPr sz="2100" b="1">
                <a:solidFill>
                  <a:srgbClr val="10243E"/>
                </a:solidFill>
              </a:defRPr>
            </a:lvl2pPr>
            <a:lvl3pPr>
              <a:defRPr sz="2100" b="1">
                <a:solidFill>
                  <a:srgbClr val="10243E"/>
                </a:solidFill>
              </a:defRPr>
            </a:lvl3pPr>
            <a:lvl4pPr>
              <a:defRPr sz="2100" b="1">
                <a:solidFill>
                  <a:srgbClr val="10243E"/>
                </a:solidFill>
              </a:defRPr>
            </a:lvl4pPr>
            <a:lvl5pPr>
              <a:defRPr sz="2100" b="1">
                <a:solidFill>
                  <a:srgbClr val="10243E"/>
                </a:solidFill>
              </a:defRPr>
            </a:lvl5pPr>
            <a:lvl6pPr>
              <a:defRPr sz="2100" b="1">
                <a:solidFill>
                  <a:srgbClr val="10243E"/>
                </a:solidFill>
              </a:defRPr>
            </a:lvl6pPr>
            <a:lvl7pPr>
              <a:defRPr sz="2100" b="1">
                <a:solidFill>
                  <a:srgbClr val="10243E"/>
                </a:solidFill>
              </a:defRPr>
            </a:lvl7pPr>
            <a:lvl8pPr>
              <a:defRPr sz="2100" b="1">
                <a:solidFill>
                  <a:srgbClr val="10243E"/>
                </a:solidFill>
              </a:defRPr>
            </a:lvl8pPr>
            <a:lvl9pPr>
              <a:defRPr sz="21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43E"/>
                </a:solidFill>
              </a:defRPr>
            </a:pPr>
            <a:r>
              <a:rPr sz="2100" b="1">
                <a:solidFill>
                  <a:srgbClr val="10243E"/>
                </a:solidFill>
              </a:rPr>
              <a:t>wireless headphones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71FF9-03A3-4541-BE6D-A5216F93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607080"/>
                </a:solidFill>
              </a:defRPr>
            </a:defPPr>
            <a:lvl1pPr>
              <a:defRPr sz="1200" b="0">
                <a:solidFill>
                  <a:srgbClr val="607080"/>
                </a:solidFill>
              </a:defRPr>
            </a:lvl1pPr>
            <a:lvl2pPr>
              <a:defRPr sz="1200" b="0">
                <a:solidFill>
                  <a:srgbClr val="607080"/>
                </a:solidFill>
              </a:defRPr>
            </a:lvl2pPr>
            <a:lvl3pPr>
              <a:defRPr sz="1200" b="0">
                <a:solidFill>
                  <a:srgbClr val="607080"/>
                </a:solidFill>
              </a:defRPr>
            </a:lvl3pPr>
            <a:lvl4pPr>
              <a:defRPr sz="1200" b="0">
                <a:solidFill>
                  <a:srgbClr val="607080"/>
                </a:solidFill>
              </a:defRPr>
            </a:lvl4pPr>
            <a:lvl5pPr>
              <a:defRPr sz="1200" b="0">
                <a:solidFill>
                  <a:srgbClr val="607080"/>
                </a:solidFill>
              </a:defRPr>
            </a:lvl5pPr>
            <a:lvl6pPr>
              <a:defRPr sz="1200" b="0">
                <a:solidFill>
                  <a:srgbClr val="607080"/>
                </a:solidFill>
              </a:defRPr>
            </a:lvl6pPr>
            <a:lvl7pPr>
              <a:defRPr sz="1200" b="0">
                <a:solidFill>
                  <a:srgbClr val="607080"/>
                </a:solidFill>
              </a:defRPr>
            </a:lvl7pPr>
            <a:lvl8pPr>
              <a:defRPr sz="1200" b="0">
                <a:solidFill>
                  <a:srgbClr val="607080"/>
                </a:solidFill>
              </a:defRPr>
            </a:lvl8pPr>
            <a:lvl9pPr>
              <a:defRPr sz="1200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080"/>
                </a:solidFill>
              </a:defRPr>
            </a:pPr>
            <a:r>
              <a:rPr sz="1200" b="0">
                <a:solidFill>
                  <a:srgbClr val="607080"/>
                </a:solidFill>
              </a:rPr>
              <a:t>top_k = 2 · source = ollama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D4D37-6BD7-4CD4-89B8-8931F4C9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5143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D5874-64B6-46B4-A5BD-D1A362AF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622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7B3ED-FF23-4379-B3FD-A8556EDE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FC790-3706-417B-AEF5-47F1EC21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 références catalogues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81687-B2BC-4B99-8D30-32265790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EFA85-E754-4805-BDEE-25E49054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289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retrieval_score conservé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840A3-B4CE-4D07-B3BF-1589D937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27B57-35A6-40BD-A36D-9BE214CA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title + description +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59E48-251E-4372-B050-C17A3D8A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006059-DC1B-42FE-A4F1-451792DC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671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hallucination_guard présent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421FC5-2087-4203-A1E6-1FDC054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F7A62"/>
                </a:solidFill>
              </a:defRPr>
            </a:defPPr>
            <a:lvl1pPr>
              <a:defRPr sz="1500" b="1">
                <a:solidFill>
                  <a:srgbClr val="1F7A62"/>
                </a:solidFill>
              </a:defRPr>
            </a:lvl1pPr>
            <a:lvl2pPr>
              <a:defRPr sz="1500" b="1">
                <a:solidFill>
                  <a:srgbClr val="1F7A62"/>
                </a:solidFill>
              </a:defRPr>
            </a:lvl2pPr>
            <a:lvl3pPr>
              <a:defRPr sz="1500" b="1">
                <a:solidFill>
                  <a:srgbClr val="1F7A62"/>
                </a:solidFill>
              </a:defRPr>
            </a:lvl3pPr>
            <a:lvl4pPr>
              <a:defRPr sz="1500" b="1">
                <a:solidFill>
                  <a:srgbClr val="1F7A62"/>
                </a:solidFill>
              </a:defRPr>
            </a:lvl4pPr>
            <a:lvl5pPr>
              <a:defRPr sz="1500" b="1">
                <a:solidFill>
                  <a:srgbClr val="1F7A62"/>
                </a:solidFill>
              </a:defRPr>
            </a:lvl5pPr>
            <a:lvl6pPr>
              <a:defRPr sz="1500" b="1">
                <a:solidFill>
                  <a:srgbClr val="1F7A62"/>
                </a:solidFill>
              </a:defRPr>
            </a:lvl6pPr>
            <a:lvl7pPr>
              <a:defRPr sz="1500" b="1">
                <a:solidFill>
                  <a:srgbClr val="1F7A62"/>
                </a:solidFill>
              </a:defRPr>
            </a:lvl7pPr>
            <a:lvl8pPr>
              <a:defRPr sz="1500" b="1">
                <a:solidFill>
                  <a:srgbClr val="1F7A62"/>
                </a:solidFill>
              </a:defRPr>
            </a:lvl8pPr>
            <a:lvl9pPr>
              <a:defRPr sz="1500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7A62"/>
                </a:solidFill>
              </a:defRPr>
            </a:pPr>
            <a:r>
              <a:rPr sz="1500" b="1">
                <a:solidFill>
                  <a:srgbClr val="1F7A62"/>
                </a:solidFill>
              </a:rPr>
              <a:t>Latence observée : 7,42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8F108-9A37-458C-B464-FA895531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9008A-D8D2-44FD-859E-55959EEC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664716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51CD9C-BA43-4E76-B389-28C32F3B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18 · QUALITÉ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3409E-F9BB-4C96-97B4-0D118DE3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Ce qui fonctionne, ce qui reste à améliorer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86DCE-58EA-4131-B22F-84AC7609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 pipeline est exécutable et traçable.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57B04-254D-47F0-A9D8-C66543CB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74268-AEC6-4728-99CA-0E6E91D4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4B3B1-6B02-4FFF-9779-8F609B37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Validé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E4AB7-47AD-44C0-B5AD-D0EB1238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AD814-54CE-4703-9390-60245EC5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Index disponible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AA027-F5F5-4988-9A31-0AFE5854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F593F-B7EE-4BFB-925A-D0B2EAE7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2 références retournées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FA666-1ACC-41E0-B3E8-63F2B4FB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2B7B8-FC74-4586-9D3A-8ACCAC9C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JSON structuré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C5D41-855B-4C5C-B537-2ACE8F3A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1D8CA-E156-44B3-BCF2-B4844772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Source Ollama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3404D-7068-484D-ABD7-19AA37BA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À améliorer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8EBD4-5F1D-4C9C-84B5-9ACE37C8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31EEA-4147-4D0D-82C9-59A8BEB9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Reranking sémantique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3C609-9ED3-4952-805A-23ED8AC7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A0563-2188-40CC-99F8-152AA987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Filtre catégorie plus strict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638F4-5FC8-4F4D-B136-6012EE02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7237F0-2293-4414-AEBC-878366EA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Évaluation de pertinence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41448-7038-453B-84BC-71E77491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FAD44-E81C-469B-925F-AB62D20E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Index embeddings validé avant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00CC3D-0106-415D-9E0B-57EA03D3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E753CA-DDFB-4C3C-8A72-E658C464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611756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78A394-A957-4A3D-A035-E96D9600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19 · ISOLATION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F2CC0-27C8-4028-BDC2-B66B8FBC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Pourquoi découper en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F192D-3F32-4E11-AC15-2FC0C485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Chaque service peut évoluer sans charger les quatre modèles dans le même processus.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543F5-5CC4-440F-AA7A-7B326DF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F2F38-3868-43A2-AF9A-7A901703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20EEB-E65D-4329-9219-1F44A5CC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Bénéfices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323FF-1C09-4B4C-9DDA-3A9356D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29294-DAC7-4F0F-ADDA-EABC18C0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Déploiement indépendant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88EB9-B1EA-4383-8808-C84BE5A4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83364-093E-4D47-9637-6EEA886A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Swagger par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855E0-B943-4B81-A546-50027541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98628-5CAB-49C4-8B03-2267CB5A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Erreurs isolées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6434A-4135-480A-88DD-BA5452C7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FD749-62DD-492C-854F-51DCA665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Tests ciblés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4023A-BBE6-47AD-B0A5-BA65AA5C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Compromis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38ABD-DC96-43C2-A64F-6130DD75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09951-8833-48D6-9CA3-E7552174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Réseau local supplémentaire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25BF2-99F0-4F5A-9860-69A925E9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E90B7-34DB-47D6-8F69-6DF6941D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Timeouts à gérer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244A3-56B8-47F4-916E-B4888CE3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88A0F-33F7-41A9-A95F-2495A411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Contrats à maintenir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45EB4-1206-4614-B661-30A9873A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437919-8B70-45E6-89D4-40D95C83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Ollama reste un point partagé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E1CE7-F820-47C1-AFFB-171D187B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E99A38-53E4-4ED2-BB44-AA473E2B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578660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58214-F4E1-434E-987B-35B71B48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20 · GATEWAY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C4CC6-5390-40A9-BA48-C94CD4B2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API Gateway :8900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5FF08-1162-4097-BFD6-5CEAC449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 gateway devient le contrat public utilisé par la nouvelle interface.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C4317-C500-46A2-82C1-CEC3508F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287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6D5ED-3150-45A9-BB72-4C432C43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2F6FED"/>
                </a:solidFill>
              </a:defRPr>
            </a:defPPr>
            <a:lvl1pPr>
              <a:defRPr sz="975" b="1">
                <a:solidFill>
                  <a:srgbClr val="2F6FED"/>
                </a:solidFill>
              </a:defRPr>
            </a:lvl1pPr>
            <a:lvl2pPr>
              <a:defRPr sz="975" b="1">
                <a:solidFill>
                  <a:srgbClr val="2F6FED"/>
                </a:solidFill>
              </a:defRPr>
            </a:lvl2pPr>
            <a:lvl3pPr>
              <a:defRPr sz="975" b="1">
                <a:solidFill>
                  <a:srgbClr val="2F6FED"/>
                </a:solidFill>
              </a:defRPr>
            </a:lvl3pPr>
            <a:lvl4pPr>
              <a:defRPr sz="975" b="1">
                <a:solidFill>
                  <a:srgbClr val="2F6FED"/>
                </a:solidFill>
              </a:defRPr>
            </a:lvl4pPr>
            <a:lvl5pPr>
              <a:defRPr sz="975" b="1">
                <a:solidFill>
                  <a:srgbClr val="2F6FED"/>
                </a:solidFill>
              </a:defRPr>
            </a:lvl5pPr>
            <a:lvl6pPr>
              <a:defRPr sz="975" b="1">
                <a:solidFill>
                  <a:srgbClr val="2F6FED"/>
                </a:solidFill>
              </a:defRPr>
            </a:lvl6pPr>
            <a:lvl7pPr>
              <a:defRPr sz="975" b="1">
                <a:solidFill>
                  <a:srgbClr val="2F6FED"/>
                </a:solidFill>
              </a:defRPr>
            </a:lvl7pPr>
            <a:lvl8pPr>
              <a:defRPr sz="975" b="1">
                <a:solidFill>
                  <a:srgbClr val="2F6FED"/>
                </a:solidFill>
              </a:defRPr>
            </a:lvl8pPr>
            <a:lvl9pPr>
              <a:defRPr sz="975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6FED"/>
                </a:solidFill>
              </a:defRPr>
            </a:pPr>
            <a:r>
              <a:rPr sz="975" b="1">
                <a:solidFill>
                  <a:srgbClr val="2F6FED"/>
                </a:solidFill>
              </a:rPr>
              <a:t>POST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414D3-55C4-4D90-91FA-3AD5E9AD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0243E"/>
                </a:solidFill>
              </a:defRPr>
            </a:defPPr>
            <a:lvl1pPr>
              <a:defRPr sz="1350" b="1">
                <a:solidFill>
                  <a:srgbClr val="10243E"/>
                </a:solidFill>
              </a:defRPr>
            </a:lvl1pPr>
            <a:lvl2pPr>
              <a:defRPr sz="1350" b="1">
                <a:solidFill>
                  <a:srgbClr val="10243E"/>
                </a:solidFill>
              </a:defRPr>
            </a:lvl2pPr>
            <a:lvl3pPr>
              <a:defRPr sz="1350" b="1">
                <a:solidFill>
                  <a:srgbClr val="10243E"/>
                </a:solidFill>
              </a:defRPr>
            </a:lvl3pPr>
            <a:lvl4pPr>
              <a:defRPr sz="1350" b="1">
                <a:solidFill>
                  <a:srgbClr val="10243E"/>
                </a:solidFill>
              </a:defRPr>
            </a:lvl4pPr>
            <a:lvl5pPr>
              <a:defRPr sz="1350" b="1">
                <a:solidFill>
                  <a:srgbClr val="10243E"/>
                </a:solidFill>
              </a:defRPr>
            </a:lvl5pPr>
            <a:lvl6pPr>
              <a:defRPr sz="1350" b="1">
                <a:solidFill>
                  <a:srgbClr val="10243E"/>
                </a:solidFill>
              </a:defRPr>
            </a:lvl6pPr>
            <a:lvl7pPr>
              <a:defRPr sz="1350" b="1">
                <a:solidFill>
                  <a:srgbClr val="10243E"/>
                </a:solidFill>
              </a:defRPr>
            </a:lvl7pPr>
            <a:lvl8pPr>
              <a:defRPr sz="1350" b="1">
                <a:solidFill>
                  <a:srgbClr val="10243E"/>
                </a:solidFill>
              </a:defRPr>
            </a:lvl8pPr>
            <a:lvl9pPr>
              <a:defRPr sz="13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/api/ai/jobs/detect-fraud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C001F-396F-4B2E-A7C6-823F691D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→ fraude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1EF03-187E-42D4-B08C-CAA09BFD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2F6FED"/>
                </a:solidFill>
              </a:defRPr>
            </a:defPPr>
            <a:lvl1pPr>
              <a:defRPr sz="975" b="1">
                <a:solidFill>
                  <a:srgbClr val="2F6FED"/>
                </a:solidFill>
              </a:defRPr>
            </a:lvl1pPr>
            <a:lvl2pPr>
              <a:defRPr sz="975" b="1">
                <a:solidFill>
                  <a:srgbClr val="2F6FED"/>
                </a:solidFill>
              </a:defRPr>
            </a:lvl2pPr>
            <a:lvl3pPr>
              <a:defRPr sz="975" b="1">
                <a:solidFill>
                  <a:srgbClr val="2F6FED"/>
                </a:solidFill>
              </a:defRPr>
            </a:lvl3pPr>
            <a:lvl4pPr>
              <a:defRPr sz="975" b="1">
                <a:solidFill>
                  <a:srgbClr val="2F6FED"/>
                </a:solidFill>
              </a:defRPr>
            </a:lvl4pPr>
            <a:lvl5pPr>
              <a:defRPr sz="975" b="1">
                <a:solidFill>
                  <a:srgbClr val="2F6FED"/>
                </a:solidFill>
              </a:defRPr>
            </a:lvl5pPr>
            <a:lvl6pPr>
              <a:defRPr sz="975" b="1">
                <a:solidFill>
                  <a:srgbClr val="2F6FED"/>
                </a:solidFill>
              </a:defRPr>
            </a:lvl6pPr>
            <a:lvl7pPr>
              <a:defRPr sz="975" b="1">
                <a:solidFill>
                  <a:srgbClr val="2F6FED"/>
                </a:solidFill>
              </a:defRPr>
            </a:lvl7pPr>
            <a:lvl8pPr>
              <a:defRPr sz="975" b="1">
                <a:solidFill>
                  <a:srgbClr val="2F6FED"/>
                </a:solidFill>
              </a:defRPr>
            </a:lvl8pPr>
            <a:lvl9pPr>
              <a:defRPr sz="975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6FED"/>
                </a:solidFill>
              </a:defRPr>
            </a:pPr>
            <a:r>
              <a:rPr sz="975" b="1">
                <a:solidFill>
                  <a:srgbClr val="2F6FED"/>
                </a:solidFill>
              </a:rPr>
              <a:t>POST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688BB-05CA-4883-81B1-CDDD7103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051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0243E"/>
                </a:solidFill>
              </a:defRPr>
            </a:defPPr>
            <a:lvl1pPr>
              <a:defRPr sz="1350" b="1">
                <a:solidFill>
                  <a:srgbClr val="10243E"/>
                </a:solidFill>
              </a:defRPr>
            </a:lvl1pPr>
            <a:lvl2pPr>
              <a:defRPr sz="1350" b="1">
                <a:solidFill>
                  <a:srgbClr val="10243E"/>
                </a:solidFill>
              </a:defRPr>
            </a:lvl2pPr>
            <a:lvl3pPr>
              <a:defRPr sz="1350" b="1">
                <a:solidFill>
                  <a:srgbClr val="10243E"/>
                </a:solidFill>
              </a:defRPr>
            </a:lvl3pPr>
            <a:lvl4pPr>
              <a:defRPr sz="1350" b="1">
                <a:solidFill>
                  <a:srgbClr val="10243E"/>
                </a:solidFill>
              </a:defRPr>
            </a:lvl4pPr>
            <a:lvl5pPr>
              <a:defRPr sz="1350" b="1">
                <a:solidFill>
                  <a:srgbClr val="10243E"/>
                </a:solidFill>
              </a:defRPr>
            </a:lvl5pPr>
            <a:lvl6pPr>
              <a:defRPr sz="1350" b="1">
                <a:solidFill>
                  <a:srgbClr val="10243E"/>
                </a:solidFill>
              </a:defRPr>
            </a:lvl6pPr>
            <a:lvl7pPr>
              <a:defRPr sz="1350" b="1">
                <a:solidFill>
                  <a:srgbClr val="10243E"/>
                </a:solidFill>
              </a:defRPr>
            </a:lvl7pPr>
            <a:lvl8pPr>
              <a:defRPr sz="1350" b="1">
                <a:solidFill>
                  <a:srgbClr val="10243E"/>
                </a:solidFill>
              </a:defRPr>
            </a:lvl8pPr>
            <a:lvl9pPr>
              <a:defRPr sz="13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/api/ai/jobs/generate-description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F04A5-EA37-400F-B89F-5D66232D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05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→ job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8BC5F-4FDB-45AF-B28E-F798EC72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2F6FED"/>
                </a:solidFill>
              </a:defRPr>
            </a:defPPr>
            <a:lvl1pPr>
              <a:defRPr sz="975" b="1">
                <a:solidFill>
                  <a:srgbClr val="2F6FED"/>
                </a:solidFill>
              </a:defRPr>
            </a:lvl1pPr>
            <a:lvl2pPr>
              <a:defRPr sz="975" b="1">
                <a:solidFill>
                  <a:srgbClr val="2F6FED"/>
                </a:solidFill>
              </a:defRPr>
            </a:lvl2pPr>
            <a:lvl3pPr>
              <a:defRPr sz="975" b="1">
                <a:solidFill>
                  <a:srgbClr val="2F6FED"/>
                </a:solidFill>
              </a:defRPr>
            </a:lvl3pPr>
            <a:lvl4pPr>
              <a:defRPr sz="975" b="1">
                <a:solidFill>
                  <a:srgbClr val="2F6FED"/>
                </a:solidFill>
              </a:defRPr>
            </a:lvl4pPr>
            <a:lvl5pPr>
              <a:defRPr sz="975" b="1">
                <a:solidFill>
                  <a:srgbClr val="2F6FED"/>
                </a:solidFill>
              </a:defRPr>
            </a:lvl5pPr>
            <a:lvl6pPr>
              <a:defRPr sz="975" b="1">
                <a:solidFill>
                  <a:srgbClr val="2F6FED"/>
                </a:solidFill>
              </a:defRPr>
            </a:lvl6pPr>
            <a:lvl7pPr>
              <a:defRPr sz="975" b="1">
                <a:solidFill>
                  <a:srgbClr val="2F6FED"/>
                </a:solidFill>
              </a:defRPr>
            </a:lvl7pPr>
            <a:lvl8pPr>
              <a:defRPr sz="975" b="1">
                <a:solidFill>
                  <a:srgbClr val="2F6FED"/>
                </a:solidFill>
              </a:defRPr>
            </a:lvl8pPr>
            <a:lvl9pPr>
              <a:defRPr sz="975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6FED"/>
                </a:solidFill>
              </a:defRPr>
            </a:pPr>
            <a:r>
              <a:rPr sz="975" b="1">
                <a:solidFill>
                  <a:srgbClr val="2F6FED"/>
                </a:solidFill>
              </a:rPr>
              <a:t>POST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3B4CD-102A-4855-BE33-9240B978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290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0243E"/>
                </a:solidFill>
              </a:defRPr>
            </a:defPPr>
            <a:lvl1pPr>
              <a:defRPr sz="1350" b="1">
                <a:solidFill>
                  <a:srgbClr val="10243E"/>
                </a:solidFill>
              </a:defRPr>
            </a:lvl1pPr>
            <a:lvl2pPr>
              <a:defRPr sz="1350" b="1">
                <a:solidFill>
                  <a:srgbClr val="10243E"/>
                </a:solidFill>
              </a:defRPr>
            </a:lvl2pPr>
            <a:lvl3pPr>
              <a:defRPr sz="1350" b="1">
                <a:solidFill>
                  <a:srgbClr val="10243E"/>
                </a:solidFill>
              </a:defRPr>
            </a:lvl3pPr>
            <a:lvl4pPr>
              <a:defRPr sz="1350" b="1">
                <a:solidFill>
                  <a:srgbClr val="10243E"/>
                </a:solidFill>
              </a:defRPr>
            </a:lvl4pPr>
            <a:lvl5pPr>
              <a:defRPr sz="1350" b="1">
                <a:solidFill>
                  <a:srgbClr val="10243E"/>
                </a:solidFill>
              </a:defRPr>
            </a:lvl5pPr>
            <a:lvl6pPr>
              <a:defRPr sz="1350" b="1">
                <a:solidFill>
                  <a:srgbClr val="10243E"/>
                </a:solidFill>
              </a:defRPr>
            </a:lvl6pPr>
            <a:lvl7pPr>
              <a:defRPr sz="1350" b="1">
                <a:solidFill>
                  <a:srgbClr val="10243E"/>
                </a:solidFill>
              </a:defRPr>
            </a:lvl7pPr>
            <a:lvl8pPr>
              <a:defRPr sz="1350" b="1">
                <a:solidFill>
                  <a:srgbClr val="10243E"/>
                </a:solidFill>
              </a:defRPr>
            </a:lvl8pPr>
            <a:lvl9pPr>
              <a:defRPr sz="13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/api/ai/demand/forecast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E8E37-61A0-4E3A-9900-50E5D2A5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→ demande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16187-4F98-47D8-AC52-283E8DF9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2F6FED"/>
                </a:solidFill>
              </a:defRPr>
            </a:defPPr>
            <a:lvl1pPr>
              <a:defRPr sz="975" b="1">
                <a:solidFill>
                  <a:srgbClr val="2F6FED"/>
                </a:solidFill>
              </a:defRPr>
            </a:lvl1pPr>
            <a:lvl2pPr>
              <a:defRPr sz="975" b="1">
                <a:solidFill>
                  <a:srgbClr val="2F6FED"/>
                </a:solidFill>
              </a:defRPr>
            </a:lvl2pPr>
            <a:lvl3pPr>
              <a:defRPr sz="975" b="1">
                <a:solidFill>
                  <a:srgbClr val="2F6FED"/>
                </a:solidFill>
              </a:defRPr>
            </a:lvl3pPr>
            <a:lvl4pPr>
              <a:defRPr sz="975" b="1">
                <a:solidFill>
                  <a:srgbClr val="2F6FED"/>
                </a:solidFill>
              </a:defRPr>
            </a:lvl4pPr>
            <a:lvl5pPr>
              <a:defRPr sz="975" b="1">
                <a:solidFill>
                  <a:srgbClr val="2F6FED"/>
                </a:solidFill>
              </a:defRPr>
            </a:lvl5pPr>
            <a:lvl6pPr>
              <a:defRPr sz="975" b="1">
                <a:solidFill>
                  <a:srgbClr val="2F6FED"/>
                </a:solidFill>
              </a:defRPr>
            </a:lvl6pPr>
            <a:lvl7pPr>
              <a:defRPr sz="975" b="1">
                <a:solidFill>
                  <a:srgbClr val="2F6FED"/>
                </a:solidFill>
              </a:defRPr>
            </a:lvl7pPr>
            <a:lvl8pPr>
              <a:defRPr sz="975" b="1">
                <a:solidFill>
                  <a:srgbClr val="2F6FED"/>
                </a:solidFill>
              </a:defRPr>
            </a:lvl8pPr>
            <a:lvl9pPr>
              <a:defRPr sz="975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6FED"/>
                </a:solidFill>
              </a:defRPr>
            </a:pPr>
            <a:r>
              <a:rPr sz="975" b="1">
                <a:solidFill>
                  <a:srgbClr val="2F6FED"/>
                </a:solidFill>
              </a:rPr>
              <a:t>POST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B952D-82E6-43C7-9147-A55BAA4F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528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0243E"/>
                </a:solidFill>
              </a:defRPr>
            </a:defPPr>
            <a:lvl1pPr>
              <a:defRPr sz="1350" b="1">
                <a:solidFill>
                  <a:srgbClr val="10243E"/>
                </a:solidFill>
              </a:defRPr>
            </a:lvl1pPr>
            <a:lvl2pPr>
              <a:defRPr sz="1350" b="1">
                <a:solidFill>
                  <a:srgbClr val="10243E"/>
                </a:solidFill>
              </a:defRPr>
            </a:lvl2pPr>
            <a:lvl3pPr>
              <a:defRPr sz="1350" b="1">
                <a:solidFill>
                  <a:srgbClr val="10243E"/>
                </a:solidFill>
              </a:defRPr>
            </a:lvl3pPr>
            <a:lvl4pPr>
              <a:defRPr sz="1350" b="1">
                <a:solidFill>
                  <a:srgbClr val="10243E"/>
                </a:solidFill>
              </a:defRPr>
            </a:lvl4pPr>
            <a:lvl5pPr>
              <a:defRPr sz="1350" b="1">
                <a:solidFill>
                  <a:srgbClr val="10243E"/>
                </a:solidFill>
              </a:defRPr>
            </a:lvl5pPr>
            <a:lvl6pPr>
              <a:defRPr sz="1350" b="1">
                <a:solidFill>
                  <a:srgbClr val="10243E"/>
                </a:solidFill>
              </a:defRPr>
            </a:lvl6pPr>
            <a:lvl7pPr>
              <a:defRPr sz="1350" b="1">
                <a:solidFill>
                  <a:srgbClr val="10243E"/>
                </a:solidFill>
              </a:defRPr>
            </a:lvl7pPr>
            <a:lvl8pPr>
              <a:defRPr sz="1350" b="1">
                <a:solidFill>
                  <a:srgbClr val="10243E"/>
                </a:solidFill>
              </a:defRPr>
            </a:lvl8pPr>
            <a:lvl9pPr>
              <a:defRPr sz="13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/api/ai/products/generate-listing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A4C07-9067-44A8-87CA-DD397C07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→ produit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D1018-12EC-45FA-92AB-DFEC3C12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1">
                <a:solidFill>
                  <a:srgbClr val="2F6FED"/>
                </a:solidFill>
              </a:defRPr>
            </a:defPPr>
            <a:lvl1pPr>
              <a:defRPr sz="975" b="1">
                <a:solidFill>
                  <a:srgbClr val="2F6FED"/>
                </a:solidFill>
              </a:defRPr>
            </a:lvl1pPr>
            <a:lvl2pPr>
              <a:defRPr sz="975" b="1">
                <a:solidFill>
                  <a:srgbClr val="2F6FED"/>
                </a:solidFill>
              </a:defRPr>
            </a:lvl2pPr>
            <a:lvl3pPr>
              <a:defRPr sz="975" b="1">
                <a:solidFill>
                  <a:srgbClr val="2F6FED"/>
                </a:solidFill>
              </a:defRPr>
            </a:lvl3pPr>
            <a:lvl4pPr>
              <a:defRPr sz="975" b="1">
                <a:solidFill>
                  <a:srgbClr val="2F6FED"/>
                </a:solidFill>
              </a:defRPr>
            </a:lvl4pPr>
            <a:lvl5pPr>
              <a:defRPr sz="975" b="1">
                <a:solidFill>
                  <a:srgbClr val="2F6FED"/>
                </a:solidFill>
              </a:defRPr>
            </a:lvl5pPr>
            <a:lvl6pPr>
              <a:defRPr sz="975" b="1">
                <a:solidFill>
                  <a:srgbClr val="2F6FED"/>
                </a:solidFill>
              </a:defRPr>
            </a:lvl6pPr>
            <a:lvl7pPr>
              <a:defRPr sz="975" b="1">
                <a:solidFill>
                  <a:srgbClr val="2F6FED"/>
                </a:solidFill>
              </a:defRPr>
            </a:lvl7pPr>
            <a:lvl8pPr>
              <a:defRPr sz="975" b="1">
                <a:solidFill>
                  <a:srgbClr val="2F6FED"/>
                </a:solidFill>
              </a:defRPr>
            </a:lvl8pPr>
            <a:lvl9pPr>
              <a:defRPr sz="975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6FED"/>
                </a:solidFill>
              </a:defRPr>
            </a:pPr>
            <a:r>
              <a:rPr sz="975" b="1">
                <a:solidFill>
                  <a:srgbClr val="2F6FED"/>
                </a:solidFill>
              </a:rPr>
              <a:t>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D5074-D2AF-4D33-8327-3DD33DE7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767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0243E"/>
                </a:solidFill>
              </a:defRPr>
            </a:defPPr>
            <a:lvl1pPr>
              <a:defRPr sz="1350" b="1">
                <a:solidFill>
                  <a:srgbClr val="10243E"/>
                </a:solidFill>
              </a:defRPr>
            </a:lvl1pPr>
            <a:lvl2pPr>
              <a:defRPr sz="1350" b="1">
                <a:solidFill>
                  <a:srgbClr val="10243E"/>
                </a:solidFill>
              </a:defRPr>
            </a:lvl2pPr>
            <a:lvl3pPr>
              <a:defRPr sz="1350" b="1">
                <a:solidFill>
                  <a:srgbClr val="10243E"/>
                </a:solidFill>
              </a:defRPr>
            </a:lvl3pPr>
            <a:lvl4pPr>
              <a:defRPr sz="1350" b="1">
                <a:solidFill>
                  <a:srgbClr val="10243E"/>
                </a:solidFill>
              </a:defRPr>
            </a:lvl4pPr>
            <a:lvl5pPr>
              <a:defRPr sz="1350" b="1">
                <a:solidFill>
                  <a:srgbClr val="10243E"/>
                </a:solidFill>
              </a:defRPr>
            </a:lvl5pPr>
            <a:lvl6pPr>
              <a:defRPr sz="1350" b="1">
                <a:solidFill>
                  <a:srgbClr val="10243E"/>
                </a:solidFill>
              </a:defRPr>
            </a:lvl6pPr>
            <a:lvl7pPr>
              <a:defRPr sz="1350" b="1">
                <a:solidFill>
                  <a:srgbClr val="10243E"/>
                </a:solidFill>
              </a:defRPr>
            </a:lvl7pPr>
            <a:lvl8pPr>
              <a:defRPr sz="1350" b="1">
                <a:solidFill>
                  <a:srgbClr val="10243E"/>
                </a:solidFill>
              </a:defRPr>
            </a:lvl8pPr>
            <a:lvl9pPr>
              <a:defRPr sz="13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43E"/>
                </a:solidFill>
              </a:defRPr>
            </a:pPr>
            <a:r>
              <a:rPr sz="1350" b="1">
                <a:solidFill>
                  <a:srgbClr val="10243E"/>
                </a:solidFill>
              </a:rPr>
              <a:t>/api/ai/status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2C182-3183-4E56-8329-AE5FD901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→ santé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76458-2B01-4B87-832A-6BEF9A3F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F7A62"/>
                </a:solidFill>
              </a:defRPr>
            </a:defPPr>
            <a:lvl1pPr>
              <a:defRPr sz="1275" b="1">
                <a:solidFill>
                  <a:srgbClr val="1F7A62"/>
                </a:solidFill>
              </a:defRPr>
            </a:lvl1pPr>
            <a:lvl2pPr>
              <a:defRPr sz="1275" b="1">
                <a:solidFill>
                  <a:srgbClr val="1F7A62"/>
                </a:solidFill>
              </a:defRPr>
            </a:lvl2pPr>
            <a:lvl3pPr>
              <a:defRPr sz="1275" b="1">
                <a:solidFill>
                  <a:srgbClr val="1F7A62"/>
                </a:solidFill>
              </a:defRPr>
            </a:lvl3pPr>
            <a:lvl4pPr>
              <a:defRPr sz="1275" b="1">
                <a:solidFill>
                  <a:srgbClr val="1F7A62"/>
                </a:solidFill>
              </a:defRPr>
            </a:lvl4pPr>
            <a:lvl5pPr>
              <a:defRPr sz="1275" b="1">
                <a:solidFill>
                  <a:srgbClr val="1F7A62"/>
                </a:solidFill>
              </a:defRPr>
            </a:lvl5pPr>
            <a:lvl6pPr>
              <a:defRPr sz="1275" b="1">
                <a:solidFill>
                  <a:srgbClr val="1F7A62"/>
                </a:solidFill>
              </a:defRPr>
            </a:lvl6pPr>
            <a:lvl7pPr>
              <a:defRPr sz="1275" b="1">
                <a:solidFill>
                  <a:srgbClr val="1F7A62"/>
                </a:solidFill>
              </a:defRPr>
            </a:lvl7pPr>
            <a:lvl8pPr>
              <a:defRPr sz="1275" b="1">
                <a:solidFill>
                  <a:srgbClr val="1F7A62"/>
                </a:solidFill>
              </a:defRPr>
            </a:lvl8pPr>
            <a:lvl9pPr>
              <a:defRPr sz="1275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F7A62"/>
                </a:solidFill>
              </a:defRPr>
            </a:pPr>
            <a:r>
              <a:rPr sz="1275" b="1">
                <a:solidFill>
                  <a:srgbClr val="1F7A62"/>
                </a:solidFill>
              </a:rPr>
              <a:t>CORS centralisé · correlation ID · timeout upstream · erreurs 503 explicites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73FEF-B232-4C7C-804E-1C8D6F25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C95A59-3BED-4A70-9AB1-0185D740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8058827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BC7AD-638F-4734-978F-06A27C53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21 · OPENAPI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F5B2D-4893-4084-85D4-766EEB20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Swagger et contrats versionnés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90E2F-1DF3-4C31-982C-AC39635E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Chaque service FastAPI expose une documentation OpenAPI 3.1 générée à partir des schémas Pydantic.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297E2-0B5E-4C00-8F2E-1A4ED134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3FDDA-D575-493C-9788-0EB02305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526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2F6FED"/>
                </a:solidFill>
              </a:defRPr>
            </a:defPPr>
            <a:lvl1pPr>
              <a:defRPr sz="1500" b="1">
                <a:solidFill>
                  <a:srgbClr val="2F6FED"/>
                </a:solidFill>
              </a:defRPr>
            </a:lvl1pPr>
            <a:lvl2pPr>
              <a:defRPr sz="1500" b="1">
                <a:solidFill>
                  <a:srgbClr val="2F6FED"/>
                </a:solidFill>
              </a:defRPr>
            </a:lvl2pPr>
            <a:lvl3pPr>
              <a:defRPr sz="1500" b="1">
                <a:solidFill>
                  <a:srgbClr val="2F6FED"/>
                </a:solidFill>
              </a:defRPr>
            </a:lvl3pPr>
            <a:lvl4pPr>
              <a:defRPr sz="1500" b="1">
                <a:solidFill>
                  <a:srgbClr val="2F6FED"/>
                </a:solidFill>
              </a:defRPr>
            </a:lvl4pPr>
            <a:lvl5pPr>
              <a:defRPr sz="1500" b="1">
                <a:solidFill>
                  <a:srgbClr val="2F6FED"/>
                </a:solidFill>
              </a:defRPr>
            </a:lvl5pPr>
            <a:lvl6pPr>
              <a:defRPr sz="1500" b="1">
                <a:solidFill>
                  <a:srgbClr val="2F6FED"/>
                </a:solidFill>
              </a:defRPr>
            </a:lvl6pPr>
            <a:lvl7pPr>
              <a:defRPr sz="1500" b="1">
                <a:solidFill>
                  <a:srgbClr val="2F6FED"/>
                </a:solidFill>
              </a:defRPr>
            </a:lvl7pPr>
            <a:lvl8pPr>
              <a:defRPr sz="1500" b="1">
                <a:solidFill>
                  <a:srgbClr val="2F6FED"/>
                </a:solidFill>
              </a:defRPr>
            </a:lvl8pPr>
            <a:lvl9pPr>
              <a:defRPr sz="15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F6FED"/>
                </a:solidFill>
              </a:defRPr>
            </a:pPr>
            <a:r>
              <a:rPr sz="1500" b="1">
                <a:solidFill>
                  <a:srgbClr val="2F6FED"/>
                </a:solidFill>
              </a:rPr>
              <a:t>/docs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C34A3-6306-4346-8A36-EA7C273B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0243E"/>
                </a:solidFill>
              </a:defRPr>
            </a:defPPr>
            <a:lvl1pPr>
              <a:defRPr sz="1200" b="1">
                <a:solidFill>
                  <a:srgbClr val="10243E"/>
                </a:solidFill>
              </a:defRPr>
            </a:lvl1pPr>
            <a:lvl2pPr>
              <a:defRPr sz="1200" b="1">
                <a:solidFill>
                  <a:srgbClr val="10243E"/>
                </a:solidFill>
              </a:defRPr>
            </a:lvl2pPr>
            <a:lvl3pPr>
              <a:defRPr sz="1200" b="1">
                <a:solidFill>
                  <a:srgbClr val="10243E"/>
                </a:solidFill>
              </a:defRPr>
            </a:lvl3pPr>
            <a:lvl4pPr>
              <a:defRPr sz="1200" b="1">
                <a:solidFill>
                  <a:srgbClr val="10243E"/>
                </a:solidFill>
              </a:defRPr>
            </a:lvl4pPr>
            <a:lvl5pPr>
              <a:defRPr sz="1200" b="1">
                <a:solidFill>
                  <a:srgbClr val="10243E"/>
                </a:solidFill>
              </a:defRPr>
            </a:lvl5pPr>
            <a:lvl6pPr>
              <a:defRPr sz="1200" b="1">
                <a:solidFill>
                  <a:srgbClr val="10243E"/>
                </a:solidFill>
              </a:defRPr>
            </a:lvl6pPr>
            <a:lvl7pPr>
              <a:defRPr sz="1200" b="1">
                <a:solidFill>
                  <a:srgbClr val="10243E"/>
                </a:solidFill>
              </a:defRPr>
            </a:lvl7pPr>
            <a:lvl8pPr>
              <a:defRPr sz="1200" b="1">
                <a:solidFill>
                  <a:srgbClr val="10243E"/>
                </a:solidFill>
              </a:defRPr>
            </a:lvl8pPr>
            <a:lvl9pPr>
              <a:defRPr sz="12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8900 gateway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F8B35-06CC-41A4-9397-E6C742A1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224AA-FFAD-4D8A-B898-50573E62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526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2F6FED"/>
                </a:solidFill>
              </a:defRPr>
            </a:defPPr>
            <a:lvl1pPr>
              <a:defRPr sz="1500" b="1">
                <a:solidFill>
                  <a:srgbClr val="2F6FED"/>
                </a:solidFill>
              </a:defRPr>
            </a:lvl1pPr>
            <a:lvl2pPr>
              <a:defRPr sz="1500" b="1">
                <a:solidFill>
                  <a:srgbClr val="2F6FED"/>
                </a:solidFill>
              </a:defRPr>
            </a:lvl2pPr>
            <a:lvl3pPr>
              <a:defRPr sz="1500" b="1">
                <a:solidFill>
                  <a:srgbClr val="2F6FED"/>
                </a:solidFill>
              </a:defRPr>
            </a:lvl3pPr>
            <a:lvl4pPr>
              <a:defRPr sz="1500" b="1">
                <a:solidFill>
                  <a:srgbClr val="2F6FED"/>
                </a:solidFill>
              </a:defRPr>
            </a:lvl4pPr>
            <a:lvl5pPr>
              <a:defRPr sz="1500" b="1">
                <a:solidFill>
                  <a:srgbClr val="2F6FED"/>
                </a:solidFill>
              </a:defRPr>
            </a:lvl5pPr>
            <a:lvl6pPr>
              <a:defRPr sz="1500" b="1">
                <a:solidFill>
                  <a:srgbClr val="2F6FED"/>
                </a:solidFill>
              </a:defRPr>
            </a:lvl6pPr>
            <a:lvl7pPr>
              <a:defRPr sz="1500" b="1">
                <a:solidFill>
                  <a:srgbClr val="2F6FED"/>
                </a:solidFill>
              </a:defRPr>
            </a:lvl7pPr>
            <a:lvl8pPr>
              <a:defRPr sz="1500" b="1">
                <a:solidFill>
                  <a:srgbClr val="2F6FED"/>
                </a:solidFill>
              </a:defRPr>
            </a:lvl8pPr>
            <a:lvl9pPr>
              <a:defRPr sz="15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F6FED"/>
                </a:solidFill>
              </a:defRPr>
            </a:pPr>
            <a:r>
              <a:rPr sz="1500" b="1">
                <a:solidFill>
                  <a:srgbClr val="2F6FED"/>
                </a:solidFill>
              </a:rPr>
              <a:t>/docs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104F7-CDD9-4E67-A0B2-F959B173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81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0243E"/>
                </a:solidFill>
              </a:defRPr>
            </a:defPPr>
            <a:lvl1pPr>
              <a:defRPr sz="1200" b="1">
                <a:solidFill>
                  <a:srgbClr val="10243E"/>
                </a:solidFill>
              </a:defRPr>
            </a:lvl1pPr>
            <a:lvl2pPr>
              <a:defRPr sz="1200" b="1">
                <a:solidFill>
                  <a:srgbClr val="10243E"/>
                </a:solidFill>
              </a:defRPr>
            </a:lvl2pPr>
            <a:lvl3pPr>
              <a:defRPr sz="1200" b="1">
                <a:solidFill>
                  <a:srgbClr val="10243E"/>
                </a:solidFill>
              </a:defRPr>
            </a:lvl3pPr>
            <a:lvl4pPr>
              <a:defRPr sz="1200" b="1">
                <a:solidFill>
                  <a:srgbClr val="10243E"/>
                </a:solidFill>
              </a:defRPr>
            </a:lvl4pPr>
            <a:lvl5pPr>
              <a:defRPr sz="1200" b="1">
                <a:solidFill>
                  <a:srgbClr val="10243E"/>
                </a:solidFill>
              </a:defRPr>
            </a:lvl5pPr>
            <a:lvl6pPr>
              <a:defRPr sz="1200" b="1">
                <a:solidFill>
                  <a:srgbClr val="10243E"/>
                </a:solidFill>
              </a:defRPr>
            </a:lvl6pPr>
            <a:lvl7pPr>
              <a:defRPr sz="1200" b="1">
                <a:solidFill>
                  <a:srgbClr val="10243E"/>
                </a:solidFill>
              </a:defRPr>
            </a:lvl7pPr>
            <a:lvl8pPr>
              <a:defRPr sz="1200" b="1">
                <a:solidFill>
                  <a:srgbClr val="10243E"/>
                </a:solidFill>
              </a:defRPr>
            </a:lvl8pPr>
            <a:lvl9pPr>
              <a:defRPr sz="12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8901 fraud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41ECF-FD24-4F79-BAA7-7050FF9E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71F57-6896-4772-84C9-65E79008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2F6FED"/>
                </a:solidFill>
              </a:defRPr>
            </a:defPPr>
            <a:lvl1pPr>
              <a:defRPr sz="1500" b="1">
                <a:solidFill>
                  <a:srgbClr val="2F6FED"/>
                </a:solidFill>
              </a:defRPr>
            </a:lvl1pPr>
            <a:lvl2pPr>
              <a:defRPr sz="1500" b="1">
                <a:solidFill>
                  <a:srgbClr val="2F6FED"/>
                </a:solidFill>
              </a:defRPr>
            </a:lvl2pPr>
            <a:lvl3pPr>
              <a:defRPr sz="1500" b="1">
                <a:solidFill>
                  <a:srgbClr val="2F6FED"/>
                </a:solidFill>
              </a:defRPr>
            </a:lvl3pPr>
            <a:lvl4pPr>
              <a:defRPr sz="1500" b="1">
                <a:solidFill>
                  <a:srgbClr val="2F6FED"/>
                </a:solidFill>
              </a:defRPr>
            </a:lvl4pPr>
            <a:lvl5pPr>
              <a:defRPr sz="1500" b="1">
                <a:solidFill>
                  <a:srgbClr val="2F6FED"/>
                </a:solidFill>
              </a:defRPr>
            </a:lvl5pPr>
            <a:lvl6pPr>
              <a:defRPr sz="1500" b="1">
                <a:solidFill>
                  <a:srgbClr val="2F6FED"/>
                </a:solidFill>
              </a:defRPr>
            </a:lvl6pPr>
            <a:lvl7pPr>
              <a:defRPr sz="1500" b="1">
                <a:solidFill>
                  <a:srgbClr val="2F6FED"/>
                </a:solidFill>
              </a:defRPr>
            </a:lvl7pPr>
            <a:lvl8pPr>
              <a:defRPr sz="1500" b="1">
                <a:solidFill>
                  <a:srgbClr val="2F6FED"/>
                </a:solidFill>
              </a:defRPr>
            </a:lvl8pPr>
            <a:lvl9pPr>
              <a:defRPr sz="15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F6FED"/>
                </a:solidFill>
              </a:defRPr>
            </a:pPr>
            <a:r>
              <a:rPr sz="1500" b="1">
                <a:solidFill>
                  <a:srgbClr val="2F6FED"/>
                </a:solidFill>
              </a:rPr>
              <a:t>/docs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A69B4-16B3-4C29-90E8-641C8280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0243E"/>
                </a:solidFill>
              </a:defRPr>
            </a:defPPr>
            <a:lvl1pPr>
              <a:defRPr sz="1200" b="1">
                <a:solidFill>
                  <a:srgbClr val="10243E"/>
                </a:solidFill>
              </a:defRPr>
            </a:lvl1pPr>
            <a:lvl2pPr>
              <a:defRPr sz="1200" b="1">
                <a:solidFill>
                  <a:srgbClr val="10243E"/>
                </a:solidFill>
              </a:defRPr>
            </a:lvl2pPr>
            <a:lvl3pPr>
              <a:defRPr sz="1200" b="1">
                <a:solidFill>
                  <a:srgbClr val="10243E"/>
                </a:solidFill>
              </a:defRPr>
            </a:lvl3pPr>
            <a:lvl4pPr>
              <a:defRPr sz="1200" b="1">
                <a:solidFill>
                  <a:srgbClr val="10243E"/>
                </a:solidFill>
              </a:defRPr>
            </a:lvl4pPr>
            <a:lvl5pPr>
              <a:defRPr sz="1200" b="1">
                <a:solidFill>
                  <a:srgbClr val="10243E"/>
                </a:solidFill>
              </a:defRPr>
            </a:lvl5pPr>
            <a:lvl6pPr>
              <a:defRPr sz="1200" b="1">
                <a:solidFill>
                  <a:srgbClr val="10243E"/>
                </a:solidFill>
              </a:defRPr>
            </a:lvl6pPr>
            <a:lvl7pPr>
              <a:defRPr sz="1200" b="1">
                <a:solidFill>
                  <a:srgbClr val="10243E"/>
                </a:solidFill>
              </a:defRPr>
            </a:lvl7pPr>
            <a:lvl8pPr>
              <a:defRPr sz="1200" b="1">
                <a:solidFill>
                  <a:srgbClr val="10243E"/>
                </a:solidFill>
              </a:defRPr>
            </a:lvl8pPr>
            <a:lvl9pPr>
              <a:defRPr sz="12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8902 job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A9EA6-EBF9-45F1-B45C-BBFDBBDF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033F3-D5A8-4352-8C79-A28BBA05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0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2F6FED"/>
                </a:solidFill>
              </a:defRPr>
            </a:defPPr>
            <a:lvl1pPr>
              <a:defRPr sz="1500" b="1">
                <a:solidFill>
                  <a:srgbClr val="2F6FED"/>
                </a:solidFill>
              </a:defRPr>
            </a:lvl1pPr>
            <a:lvl2pPr>
              <a:defRPr sz="1500" b="1">
                <a:solidFill>
                  <a:srgbClr val="2F6FED"/>
                </a:solidFill>
              </a:defRPr>
            </a:lvl2pPr>
            <a:lvl3pPr>
              <a:defRPr sz="1500" b="1">
                <a:solidFill>
                  <a:srgbClr val="2F6FED"/>
                </a:solidFill>
              </a:defRPr>
            </a:lvl3pPr>
            <a:lvl4pPr>
              <a:defRPr sz="1500" b="1">
                <a:solidFill>
                  <a:srgbClr val="2F6FED"/>
                </a:solidFill>
              </a:defRPr>
            </a:lvl4pPr>
            <a:lvl5pPr>
              <a:defRPr sz="1500" b="1">
                <a:solidFill>
                  <a:srgbClr val="2F6FED"/>
                </a:solidFill>
              </a:defRPr>
            </a:lvl5pPr>
            <a:lvl6pPr>
              <a:defRPr sz="1500" b="1">
                <a:solidFill>
                  <a:srgbClr val="2F6FED"/>
                </a:solidFill>
              </a:defRPr>
            </a:lvl6pPr>
            <a:lvl7pPr>
              <a:defRPr sz="1500" b="1">
                <a:solidFill>
                  <a:srgbClr val="2F6FED"/>
                </a:solidFill>
              </a:defRPr>
            </a:lvl7pPr>
            <a:lvl8pPr>
              <a:defRPr sz="1500" b="1">
                <a:solidFill>
                  <a:srgbClr val="2F6FED"/>
                </a:solidFill>
              </a:defRPr>
            </a:lvl8pPr>
            <a:lvl9pPr>
              <a:defRPr sz="15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F6FED"/>
                </a:solidFill>
              </a:defRPr>
            </a:pPr>
            <a:r>
              <a:rPr sz="1500" b="1">
                <a:solidFill>
                  <a:srgbClr val="2F6FED"/>
                </a:solidFill>
              </a:rPr>
              <a:t>/docs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2C2B6-4083-43D0-8D99-171291BD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290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0243E"/>
                </a:solidFill>
              </a:defRPr>
            </a:defPPr>
            <a:lvl1pPr>
              <a:defRPr sz="1200" b="1">
                <a:solidFill>
                  <a:srgbClr val="10243E"/>
                </a:solidFill>
              </a:defRPr>
            </a:lvl1pPr>
            <a:lvl2pPr>
              <a:defRPr sz="1200" b="1">
                <a:solidFill>
                  <a:srgbClr val="10243E"/>
                </a:solidFill>
              </a:defRPr>
            </a:lvl2pPr>
            <a:lvl3pPr>
              <a:defRPr sz="1200" b="1">
                <a:solidFill>
                  <a:srgbClr val="10243E"/>
                </a:solidFill>
              </a:defRPr>
            </a:lvl3pPr>
            <a:lvl4pPr>
              <a:defRPr sz="1200" b="1">
                <a:solidFill>
                  <a:srgbClr val="10243E"/>
                </a:solidFill>
              </a:defRPr>
            </a:lvl4pPr>
            <a:lvl5pPr>
              <a:defRPr sz="1200" b="1">
                <a:solidFill>
                  <a:srgbClr val="10243E"/>
                </a:solidFill>
              </a:defRPr>
            </a:lvl5pPr>
            <a:lvl6pPr>
              <a:defRPr sz="1200" b="1">
                <a:solidFill>
                  <a:srgbClr val="10243E"/>
                </a:solidFill>
              </a:defRPr>
            </a:lvl6pPr>
            <a:lvl7pPr>
              <a:defRPr sz="1200" b="1">
                <a:solidFill>
                  <a:srgbClr val="10243E"/>
                </a:solidFill>
              </a:defRPr>
            </a:lvl7pPr>
            <a:lvl8pPr>
              <a:defRPr sz="1200" b="1">
                <a:solidFill>
                  <a:srgbClr val="10243E"/>
                </a:solidFill>
              </a:defRPr>
            </a:lvl8pPr>
            <a:lvl9pPr>
              <a:defRPr sz="12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8903 demand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955B2-5439-411F-8E96-534D2087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D2DF5-1923-4318-B939-3A19EE41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00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2F6FED"/>
                </a:solidFill>
              </a:defRPr>
            </a:defPPr>
            <a:lvl1pPr>
              <a:defRPr sz="1500" b="1">
                <a:solidFill>
                  <a:srgbClr val="2F6FED"/>
                </a:solidFill>
              </a:defRPr>
            </a:lvl1pPr>
            <a:lvl2pPr>
              <a:defRPr sz="1500" b="1">
                <a:solidFill>
                  <a:srgbClr val="2F6FED"/>
                </a:solidFill>
              </a:defRPr>
            </a:lvl2pPr>
            <a:lvl3pPr>
              <a:defRPr sz="1500" b="1">
                <a:solidFill>
                  <a:srgbClr val="2F6FED"/>
                </a:solidFill>
              </a:defRPr>
            </a:lvl3pPr>
            <a:lvl4pPr>
              <a:defRPr sz="1500" b="1">
                <a:solidFill>
                  <a:srgbClr val="2F6FED"/>
                </a:solidFill>
              </a:defRPr>
            </a:lvl4pPr>
            <a:lvl5pPr>
              <a:defRPr sz="1500" b="1">
                <a:solidFill>
                  <a:srgbClr val="2F6FED"/>
                </a:solidFill>
              </a:defRPr>
            </a:lvl5pPr>
            <a:lvl6pPr>
              <a:defRPr sz="1500" b="1">
                <a:solidFill>
                  <a:srgbClr val="2F6FED"/>
                </a:solidFill>
              </a:defRPr>
            </a:lvl6pPr>
            <a:lvl7pPr>
              <a:defRPr sz="1500" b="1">
                <a:solidFill>
                  <a:srgbClr val="2F6FED"/>
                </a:solidFill>
              </a:defRPr>
            </a:lvl7pPr>
            <a:lvl8pPr>
              <a:defRPr sz="1500" b="1">
                <a:solidFill>
                  <a:srgbClr val="2F6FED"/>
                </a:solidFill>
              </a:defRPr>
            </a:lvl8pPr>
            <a:lvl9pPr>
              <a:defRPr sz="15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F6FED"/>
                </a:solidFill>
              </a:defRPr>
            </a:pPr>
            <a:r>
              <a:rPr sz="1500" b="1">
                <a:solidFill>
                  <a:srgbClr val="2F6FED"/>
                </a:solidFill>
              </a:rPr>
              <a:t>/docs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975CA8-9349-4491-8D80-9375F478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290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0243E"/>
                </a:solidFill>
              </a:defRPr>
            </a:defPPr>
            <a:lvl1pPr>
              <a:defRPr sz="1200" b="1">
                <a:solidFill>
                  <a:srgbClr val="10243E"/>
                </a:solidFill>
              </a:defRPr>
            </a:lvl1pPr>
            <a:lvl2pPr>
              <a:defRPr sz="1200" b="1">
                <a:solidFill>
                  <a:srgbClr val="10243E"/>
                </a:solidFill>
              </a:defRPr>
            </a:lvl2pPr>
            <a:lvl3pPr>
              <a:defRPr sz="1200" b="1">
                <a:solidFill>
                  <a:srgbClr val="10243E"/>
                </a:solidFill>
              </a:defRPr>
            </a:lvl3pPr>
            <a:lvl4pPr>
              <a:defRPr sz="1200" b="1">
                <a:solidFill>
                  <a:srgbClr val="10243E"/>
                </a:solidFill>
              </a:defRPr>
            </a:lvl4pPr>
            <a:lvl5pPr>
              <a:defRPr sz="1200" b="1">
                <a:solidFill>
                  <a:srgbClr val="10243E"/>
                </a:solidFill>
              </a:defRPr>
            </a:lvl5pPr>
            <a:lvl6pPr>
              <a:defRPr sz="1200" b="1">
                <a:solidFill>
                  <a:srgbClr val="10243E"/>
                </a:solidFill>
              </a:defRPr>
            </a:lvl6pPr>
            <a:lvl7pPr>
              <a:defRPr sz="1200" b="1">
                <a:solidFill>
                  <a:srgbClr val="10243E"/>
                </a:solidFill>
              </a:defRPr>
            </a:lvl7pPr>
            <a:lvl8pPr>
              <a:defRPr sz="1200" b="1">
                <a:solidFill>
                  <a:srgbClr val="10243E"/>
                </a:solidFill>
              </a:defRPr>
            </a:lvl8pPr>
            <a:lvl9pPr>
              <a:defRPr sz="12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43E"/>
                </a:solidFill>
              </a:defRPr>
            </a:pPr>
            <a:r>
              <a:rPr sz="1200" b="1">
                <a:solidFill>
                  <a:srgbClr val="10243E"/>
                </a:solidFill>
              </a:rPr>
              <a:t>8904 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F20E3-B467-4074-BD41-FE1F4205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F7A62"/>
                </a:solidFill>
              </a:defRPr>
            </a:defPPr>
            <a:lvl1pPr>
              <a:defRPr sz="1500" b="1">
                <a:solidFill>
                  <a:srgbClr val="1F7A62"/>
                </a:solidFill>
              </a:defRPr>
            </a:lvl1pPr>
            <a:lvl2pPr>
              <a:defRPr sz="1500" b="1">
                <a:solidFill>
                  <a:srgbClr val="1F7A62"/>
                </a:solidFill>
              </a:defRPr>
            </a:lvl2pPr>
            <a:lvl3pPr>
              <a:defRPr sz="1500" b="1">
                <a:solidFill>
                  <a:srgbClr val="1F7A62"/>
                </a:solidFill>
              </a:defRPr>
            </a:lvl3pPr>
            <a:lvl4pPr>
              <a:defRPr sz="1500" b="1">
                <a:solidFill>
                  <a:srgbClr val="1F7A62"/>
                </a:solidFill>
              </a:defRPr>
            </a:lvl4pPr>
            <a:lvl5pPr>
              <a:defRPr sz="1500" b="1">
                <a:solidFill>
                  <a:srgbClr val="1F7A62"/>
                </a:solidFill>
              </a:defRPr>
            </a:lvl5pPr>
            <a:lvl6pPr>
              <a:defRPr sz="1500" b="1">
                <a:solidFill>
                  <a:srgbClr val="1F7A62"/>
                </a:solidFill>
              </a:defRPr>
            </a:lvl6pPr>
            <a:lvl7pPr>
              <a:defRPr sz="1500" b="1">
                <a:solidFill>
                  <a:srgbClr val="1F7A62"/>
                </a:solidFill>
              </a:defRPr>
            </a:lvl7pPr>
            <a:lvl8pPr>
              <a:defRPr sz="1500" b="1">
                <a:solidFill>
                  <a:srgbClr val="1F7A62"/>
                </a:solidFill>
              </a:defRPr>
            </a:lvl8pPr>
            <a:lvl9pPr>
              <a:defRPr sz="1500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F7A62"/>
                </a:solidFill>
              </a:defRPr>
            </a:pPr>
            <a:r>
              <a:rPr sz="1500" b="1">
                <a:solidFill>
                  <a:srgbClr val="1F7A62"/>
                </a:solidFill>
              </a:rPr>
              <a:t>Validation réelle : 5 OpenAPI documents, version 3.1, tous accessibles.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51BA15-2A2F-43DF-93E0-D8C45589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D06A3A"/>
                </a:solidFill>
              </a:defRPr>
            </a:defPPr>
            <a:lvl1pPr>
              <a:defRPr sz="1125" b="0">
                <a:solidFill>
                  <a:srgbClr val="D06A3A"/>
                </a:solidFill>
              </a:defRPr>
            </a:lvl1pPr>
            <a:lvl2pPr>
              <a:defRPr sz="1125" b="0">
                <a:solidFill>
                  <a:srgbClr val="D06A3A"/>
                </a:solidFill>
              </a:defRPr>
            </a:lvl2pPr>
            <a:lvl3pPr>
              <a:defRPr sz="1125" b="0">
                <a:solidFill>
                  <a:srgbClr val="D06A3A"/>
                </a:solidFill>
              </a:defRPr>
            </a:lvl3pPr>
            <a:lvl4pPr>
              <a:defRPr sz="1125" b="0">
                <a:solidFill>
                  <a:srgbClr val="D06A3A"/>
                </a:solidFill>
              </a:defRPr>
            </a:lvl4pPr>
            <a:lvl5pPr>
              <a:defRPr sz="1125" b="0">
                <a:solidFill>
                  <a:srgbClr val="D06A3A"/>
                </a:solidFill>
              </a:defRPr>
            </a:lvl5pPr>
            <a:lvl6pPr>
              <a:defRPr sz="1125" b="0">
                <a:solidFill>
                  <a:srgbClr val="D06A3A"/>
                </a:solidFill>
              </a:defRPr>
            </a:lvl6pPr>
            <a:lvl7pPr>
              <a:defRPr sz="1125" b="0">
                <a:solidFill>
                  <a:srgbClr val="D06A3A"/>
                </a:solidFill>
              </a:defRPr>
            </a:lvl7pPr>
            <a:lvl8pPr>
              <a:defRPr sz="1125" b="0">
                <a:solidFill>
                  <a:srgbClr val="D06A3A"/>
                </a:solidFill>
              </a:defRPr>
            </a:lvl8pPr>
            <a:lvl9pPr>
              <a:defRPr sz="1125" b="0">
                <a:solidFill>
                  <a:srgbClr val="D06A3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D06A3A"/>
                </a:solidFill>
              </a:defRPr>
            </a:pPr>
            <a:r>
              <a:rPr sz="1125" b="0">
                <a:solidFill>
                  <a:srgbClr val="D06A3A"/>
                </a:solidFill>
              </a:rPr>
              <a:t>Captures navigateur non disponibles dans cet environnement : aucune image fictive n’est incluse.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16F51-7597-4D92-930B-0E6C3294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D3240-98E8-4160-8748-5ECBFA67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786071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D799D0-4F06-43F2-AF69-71F0A772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22 · RESSOURCES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403FF-0006-492A-AFA8-3BEB39CA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ResourceGuard et hardware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16E8C-D4E0-4C6B-B941-8DF87202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Les expériences restent légères et les mesures sont documentées.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76B2B-7552-4C85-9547-2778378C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E980A-CD65-4FE0-AE9F-BFAB53F9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CPU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4D757-A965-47E0-A2EF-4AF843A1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18.3%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3BFEC-C925-4CF3-9ABE-5D98373E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57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après M5 200 séries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FB30B-0BFA-4413-8546-F60A1D2E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A6936-4217-44BF-B86C-F7F1EED1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03CF1-CA09-4114-9083-6A32ECD2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49.5%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4C272-3590-43ED-AF50-64C2913D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57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après M5 200 séries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66FCC-A321-4CB6-B858-089AB08E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1200F-B6C0-4E42-A63F-8135067A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VRAM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81E32-C110-4A1C-AA27-77565C96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90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D06A3A"/>
                </a:solidFill>
              </a:defRPr>
            </a:defPPr>
            <a:lvl1pPr>
              <a:defRPr sz="2250" b="1">
                <a:solidFill>
                  <a:srgbClr val="D06A3A"/>
                </a:solidFill>
              </a:defRPr>
            </a:lvl1pPr>
            <a:lvl2pPr>
              <a:defRPr sz="2250" b="1">
                <a:solidFill>
                  <a:srgbClr val="D06A3A"/>
                </a:solidFill>
              </a:defRPr>
            </a:lvl2pPr>
            <a:lvl3pPr>
              <a:defRPr sz="2250" b="1">
                <a:solidFill>
                  <a:srgbClr val="D06A3A"/>
                </a:solidFill>
              </a:defRPr>
            </a:lvl3pPr>
            <a:lvl4pPr>
              <a:defRPr sz="2250" b="1">
                <a:solidFill>
                  <a:srgbClr val="D06A3A"/>
                </a:solidFill>
              </a:defRPr>
            </a:lvl4pPr>
            <a:lvl5pPr>
              <a:defRPr sz="2250" b="1">
                <a:solidFill>
                  <a:srgbClr val="D06A3A"/>
                </a:solidFill>
              </a:defRPr>
            </a:lvl5pPr>
            <a:lvl6pPr>
              <a:defRPr sz="2250" b="1">
                <a:solidFill>
                  <a:srgbClr val="D06A3A"/>
                </a:solidFill>
              </a:defRPr>
            </a:lvl6pPr>
            <a:lvl7pPr>
              <a:defRPr sz="2250" b="1">
                <a:solidFill>
                  <a:srgbClr val="D06A3A"/>
                </a:solidFill>
              </a:defRPr>
            </a:lvl7pPr>
            <a:lvl8pPr>
              <a:defRPr sz="2250" b="1">
                <a:solidFill>
                  <a:srgbClr val="D06A3A"/>
                </a:solidFill>
              </a:defRPr>
            </a:lvl8pPr>
            <a:lvl9pPr>
              <a:defRPr sz="2250" b="1">
                <a:solidFill>
                  <a:srgbClr val="D06A3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D06A3A"/>
                </a:solidFill>
              </a:defRPr>
            </a:pPr>
            <a:r>
              <a:rPr sz="2250" b="1">
                <a:solidFill>
                  <a:srgbClr val="D06A3A"/>
                </a:solidFill>
              </a:rPr>
              <a:t>63.8%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97BE5-209E-49D6-A43E-AE8F7040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57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Gemma chargée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0B31A-6010-4E0E-818F-641E516C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9AB54-2E8D-4C9F-B43D-997C96E5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TEMPÉRATURE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5D53EC-F18B-423A-AA30-727E5199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90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1F7A62"/>
                </a:solidFill>
              </a:defRPr>
            </a:defPPr>
            <a:lvl1pPr>
              <a:defRPr sz="2250" b="1">
                <a:solidFill>
                  <a:srgbClr val="1F7A62"/>
                </a:solidFill>
              </a:defRPr>
            </a:lvl1pPr>
            <a:lvl2pPr>
              <a:defRPr sz="2250" b="1">
                <a:solidFill>
                  <a:srgbClr val="1F7A62"/>
                </a:solidFill>
              </a:defRPr>
            </a:lvl2pPr>
            <a:lvl3pPr>
              <a:defRPr sz="2250" b="1">
                <a:solidFill>
                  <a:srgbClr val="1F7A62"/>
                </a:solidFill>
              </a:defRPr>
            </a:lvl3pPr>
            <a:lvl4pPr>
              <a:defRPr sz="2250" b="1">
                <a:solidFill>
                  <a:srgbClr val="1F7A62"/>
                </a:solidFill>
              </a:defRPr>
            </a:lvl4pPr>
            <a:lvl5pPr>
              <a:defRPr sz="2250" b="1">
                <a:solidFill>
                  <a:srgbClr val="1F7A62"/>
                </a:solidFill>
              </a:defRPr>
            </a:lvl5pPr>
            <a:lvl6pPr>
              <a:defRPr sz="2250" b="1">
                <a:solidFill>
                  <a:srgbClr val="1F7A62"/>
                </a:solidFill>
              </a:defRPr>
            </a:lvl6pPr>
            <a:lvl7pPr>
              <a:defRPr sz="2250" b="1">
                <a:solidFill>
                  <a:srgbClr val="1F7A62"/>
                </a:solidFill>
              </a:defRPr>
            </a:lvl7pPr>
            <a:lvl8pPr>
              <a:defRPr sz="2250" b="1">
                <a:solidFill>
                  <a:srgbClr val="1F7A62"/>
                </a:solidFill>
              </a:defRPr>
            </a:lvl8pPr>
            <a:lvl9pPr>
              <a:defRPr sz="2250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7A62"/>
                </a:solidFill>
              </a:defRPr>
            </a:pPr>
            <a:r>
              <a:rPr sz="2250" b="1">
                <a:solidFill>
                  <a:srgbClr val="1F7A62"/>
                </a:solidFill>
              </a:rPr>
              <a:t>57°C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BD2C0-EF57-4AD1-8C20-45EBC9F0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57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snapshot final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1098D-B1FF-4A09-94D1-C2EFAE3D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287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19B88D-6EA5-40F8-B95B-3CEBD690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2F6FED"/>
                </a:solidFill>
              </a:defRPr>
            </a:defPPr>
            <a:lvl1pPr>
              <a:defRPr sz="1200" b="1">
                <a:solidFill>
                  <a:srgbClr val="2F6FED"/>
                </a:solidFill>
              </a:defRPr>
            </a:lvl1pPr>
            <a:lvl2pPr>
              <a:defRPr sz="1200" b="1">
                <a:solidFill>
                  <a:srgbClr val="2F6FED"/>
                </a:solidFill>
              </a:defRPr>
            </a:lvl2pPr>
            <a:lvl3pPr>
              <a:defRPr sz="1200" b="1">
                <a:solidFill>
                  <a:srgbClr val="2F6FED"/>
                </a:solidFill>
              </a:defRPr>
            </a:lvl3pPr>
            <a:lvl4pPr>
              <a:defRPr sz="1200" b="1">
                <a:solidFill>
                  <a:srgbClr val="2F6FED"/>
                </a:solidFill>
              </a:defRPr>
            </a:lvl4pPr>
            <a:lvl5pPr>
              <a:defRPr sz="1200" b="1">
                <a:solidFill>
                  <a:srgbClr val="2F6FED"/>
                </a:solidFill>
              </a:defRPr>
            </a:lvl5pPr>
            <a:lvl6pPr>
              <a:defRPr sz="1200" b="1">
                <a:solidFill>
                  <a:srgbClr val="2F6FED"/>
                </a:solidFill>
              </a:defRPr>
            </a:lvl6pPr>
            <a:lvl7pPr>
              <a:defRPr sz="1200" b="1">
                <a:solidFill>
                  <a:srgbClr val="2F6FED"/>
                </a:solidFill>
              </a:defRPr>
            </a:lvl7pPr>
            <a:lvl8pPr>
              <a:defRPr sz="1200" b="1">
                <a:solidFill>
                  <a:srgbClr val="2F6FED"/>
                </a:solidFill>
              </a:defRPr>
            </a:lvl8pPr>
            <a:lvl9pPr>
              <a:defRPr sz="12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F6FED"/>
                </a:solidFill>
              </a:defRPr>
            </a:pPr>
            <a:r>
              <a:rPr sz="1200" b="1">
                <a:solidFill>
                  <a:srgbClr val="2F6FED"/>
                </a:solidFill>
              </a:rPr>
              <a:t>Politique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8A07E-7C80-4780-BB53-428B011F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291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  <a:lvl1pPr>
              <a:defRPr sz="1425" b="0">
                <a:solidFill>
                  <a:srgbClr val="17212B"/>
                </a:solidFill>
              </a:defRPr>
            </a:lvl1pPr>
            <a:lvl2pPr>
              <a:defRPr sz="1425" b="0">
                <a:solidFill>
                  <a:srgbClr val="17212B"/>
                </a:solidFill>
              </a:defRPr>
            </a:lvl2pPr>
            <a:lvl3pPr>
              <a:defRPr sz="1425" b="0">
                <a:solidFill>
                  <a:srgbClr val="17212B"/>
                </a:solidFill>
              </a:defRPr>
            </a:lvl3pPr>
            <a:lvl4pPr>
              <a:defRPr sz="1425" b="0">
                <a:solidFill>
                  <a:srgbClr val="17212B"/>
                </a:solidFill>
              </a:defRPr>
            </a:lvl4pPr>
            <a:lvl5pPr>
              <a:defRPr sz="1425" b="0">
                <a:solidFill>
                  <a:srgbClr val="17212B"/>
                </a:solidFill>
              </a:defRPr>
            </a:lvl5pPr>
            <a:lvl6pPr>
              <a:defRPr sz="1425" b="0">
                <a:solidFill>
                  <a:srgbClr val="17212B"/>
                </a:solidFill>
              </a:defRPr>
            </a:lvl6pPr>
            <a:lvl7pPr>
              <a:defRPr sz="1425" b="0">
                <a:solidFill>
                  <a:srgbClr val="17212B"/>
                </a:solidFill>
              </a:defRPr>
            </a:lvl7pPr>
            <a:lvl8pPr>
              <a:defRPr sz="1425" b="0">
                <a:solidFill>
                  <a:srgbClr val="17212B"/>
                </a:solidFill>
              </a:defRPr>
            </a:lvl8pPr>
            <a:lvl9pPr>
              <a:defRPr sz="1425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cible 85% · seuil sécurité 90% · 8 threads · aucun fine-tuning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8294C-F53D-4058-9D19-F2BA7811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C521B-58F9-492F-BCB1-127C5271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814300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8CB9F6-5E6D-478F-BA72-F60E6C6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23 · QA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1D1A7-5EB5-402E-8CF8-9F17461B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Tests et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6E161-1BD7-4837-B2FC-0D8FF7E6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La migration ne remplace pas les tests historiques : elle les étend.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DA08C-4E16-4683-91CB-31B8EF84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8B61B-DF01-49F8-8EA5-C7C0946B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2CFC2-BDFF-4591-BFD1-69971CA1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25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25C75-9EE7-4269-BF44-F507D7A9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57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2 warnings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FA8B5-E09B-4977-A485-6F78DCC7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D5B8C-4A48-42AE-970B-37293C0F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MICROSERVICES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1904D-C61C-490B-AD92-BEA89302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5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774A0-2126-4D99-98A2-9280A817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57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health + OpenAPI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7D95C-4765-45B8-8D9A-0BD622CA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AAED0-F633-499D-B3C2-0D266536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F5817-0C12-4F9D-854D-A82A3F6E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90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2F6FED"/>
                </a:solidFill>
              </a:defRPr>
            </a:defPPr>
            <a:lvl1pPr>
              <a:defRPr sz="2250" b="1">
                <a:solidFill>
                  <a:srgbClr val="2F6FED"/>
                </a:solidFill>
              </a:defRPr>
            </a:lvl1pPr>
            <a:lvl2pPr>
              <a:defRPr sz="2250" b="1">
                <a:solidFill>
                  <a:srgbClr val="2F6FED"/>
                </a:solidFill>
              </a:defRPr>
            </a:lvl2pPr>
            <a:lvl3pPr>
              <a:defRPr sz="2250" b="1">
                <a:solidFill>
                  <a:srgbClr val="2F6FED"/>
                </a:solidFill>
              </a:defRPr>
            </a:lvl3pPr>
            <a:lvl4pPr>
              <a:defRPr sz="2250" b="1">
                <a:solidFill>
                  <a:srgbClr val="2F6FED"/>
                </a:solidFill>
              </a:defRPr>
            </a:lvl4pPr>
            <a:lvl5pPr>
              <a:defRPr sz="2250" b="1">
                <a:solidFill>
                  <a:srgbClr val="2F6FED"/>
                </a:solidFill>
              </a:defRPr>
            </a:lvl5pPr>
            <a:lvl6pPr>
              <a:defRPr sz="2250" b="1">
                <a:solidFill>
                  <a:srgbClr val="2F6FED"/>
                </a:solidFill>
              </a:defRPr>
            </a:lvl6pPr>
            <a:lvl7pPr>
              <a:defRPr sz="2250" b="1">
                <a:solidFill>
                  <a:srgbClr val="2F6FED"/>
                </a:solidFill>
              </a:defRPr>
            </a:lvl7pPr>
            <a:lvl8pPr>
              <a:defRPr sz="2250" b="1">
                <a:solidFill>
                  <a:srgbClr val="2F6FED"/>
                </a:solidFill>
              </a:defRPr>
            </a:lvl8pPr>
            <a:lvl9pPr>
              <a:defRPr sz="22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F6FED"/>
                </a:solidFill>
              </a:defRPr>
            </a:pPr>
            <a:r>
              <a:rPr sz="2250" b="1">
                <a:solidFill>
                  <a:srgbClr val="2F6FED"/>
                </a:solidFill>
              </a:rPr>
              <a:t>Build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A6554-1D12-43CF-BA34-51D74268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57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Vite 6.4.4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C159A-7F4F-456C-AF42-9C087C2D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2381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94F21-133E-4724-8B47-A9BF323A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LIVE APIS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AE210-2DC9-40DE-BE9D-E978119D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908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1F7A62"/>
                </a:solidFill>
              </a:defRPr>
            </a:defPPr>
            <a:lvl1pPr>
              <a:defRPr sz="2250" b="1">
                <a:solidFill>
                  <a:srgbClr val="1F7A62"/>
                </a:solidFill>
              </a:defRPr>
            </a:lvl1pPr>
            <a:lvl2pPr>
              <a:defRPr sz="2250" b="1">
                <a:solidFill>
                  <a:srgbClr val="1F7A62"/>
                </a:solidFill>
              </a:defRPr>
            </a:lvl2pPr>
            <a:lvl3pPr>
              <a:defRPr sz="2250" b="1">
                <a:solidFill>
                  <a:srgbClr val="1F7A62"/>
                </a:solidFill>
              </a:defRPr>
            </a:lvl3pPr>
            <a:lvl4pPr>
              <a:defRPr sz="2250" b="1">
                <a:solidFill>
                  <a:srgbClr val="1F7A62"/>
                </a:solidFill>
              </a:defRPr>
            </a:lvl4pPr>
            <a:lvl5pPr>
              <a:defRPr sz="2250" b="1">
                <a:solidFill>
                  <a:srgbClr val="1F7A62"/>
                </a:solidFill>
              </a:defRPr>
            </a:lvl5pPr>
            <a:lvl6pPr>
              <a:defRPr sz="2250" b="1">
                <a:solidFill>
                  <a:srgbClr val="1F7A62"/>
                </a:solidFill>
              </a:defRPr>
            </a:lvl6pPr>
            <a:lvl7pPr>
              <a:defRPr sz="2250" b="1">
                <a:solidFill>
                  <a:srgbClr val="1F7A62"/>
                </a:solidFill>
              </a:defRPr>
            </a:lvl7pPr>
            <a:lvl8pPr>
              <a:defRPr sz="2250" b="1">
                <a:solidFill>
                  <a:srgbClr val="1F7A62"/>
                </a:solidFill>
              </a:defRPr>
            </a:lvl8pPr>
            <a:lvl9pPr>
              <a:defRPr sz="2250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F7A62"/>
                </a:solidFill>
              </a:defRPr>
            </a:pPr>
            <a:r>
              <a:rPr sz="2250" b="1">
                <a:solidFill>
                  <a:srgbClr val="1F7A62"/>
                </a:solidFill>
              </a:rPr>
              <a:t>4 flows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748ED-54F1-4F9D-B564-1453768E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575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75" b="0">
                <a:solidFill>
                  <a:srgbClr val="607080"/>
                </a:solidFill>
              </a:defRPr>
            </a:defPPr>
            <a:lvl1pPr>
              <a:defRPr sz="975" b="0">
                <a:solidFill>
                  <a:srgbClr val="607080"/>
                </a:solidFill>
              </a:defRPr>
            </a:lvl1pPr>
            <a:lvl2pPr>
              <a:defRPr sz="975" b="0">
                <a:solidFill>
                  <a:srgbClr val="607080"/>
                </a:solidFill>
              </a:defRPr>
            </a:lvl2pPr>
            <a:lvl3pPr>
              <a:defRPr sz="975" b="0">
                <a:solidFill>
                  <a:srgbClr val="607080"/>
                </a:solidFill>
              </a:defRPr>
            </a:lvl3pPr>
            <a:lvl4pPr>
              <a:defRPr sz="975" b="0">
                <a:solidFill>
                  <a:srgbClr val="607080"/>
                </a:solidFill>
              </a:defRPr>
            </a:lvl4pPr>
            <a:lvl5pPr>
              <a:defRPr sz="975" b="0">
                <a:solidFill>
                  <a:srgbClr val="607080"/>
                </a:solidFill>
              </a:defRPr>
            </a:lvl5pPr>
            <a:lvl6pPr>
              <a:defRPr sz="975" b="0">
                <a:solidFill>
                  <a:srgbClr val="607080"/>
                </a:solidFill>
              </a:defRPr>
            </a:lvl6pPr>
            <a:lvl7pPr>
              <a:defRPr sz="975" b="0">
                <a:solidFill>
                  <a:srgbClr val="607080"/>
                </a:solidFill>
              </a:defRPr>
            </a:lvl7pPr>
            <a:lvl8pPr>
              <a:defRPr sz="975" b="0">
                <a:solidFill>
                  <a:srgbClr val="607080"/>
                </a:solidFill>
              </a:defRPr>
            </a:lvl8pPr>
            <a:lvl9pPr>
              <a:defRPr sz="9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080"/>
                </a:solidFill>
              </a:defRPr>
            </a:pPr>
            <a:r>
              <a:rPr sz="975" b="0">
                <a:solidFill>
                  <a:srgbClr val="607080"/>
                </a:solidFill>
              </a:rPr>
              <a:t>gateway verified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38A8B-50C9-4587-907F-3EA2BED8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2ED1A0-BFD8-404A-9AB2-9BB94258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52875"/>
            <a:ext cx="834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Unit tests : ResourceGuard, datasets, models, 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52493-8DC1-4577-B042-B539132A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459E9-80A2-492D-BEDB-60EC5800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834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Contract tests : schemas, OpenAPI, health routes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EED899-0410-42BC-9E2C-83BBAF22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ABC75-EB3A-4F56-BA8E-94437C75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52975"/>
            <a:ext cx="834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Smoke tests : fraude, demande, Gemma, RAG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8E4A52-509B-4B3E-B4D7-C097CD05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80AD72-CD65-4EA3-AA61-8939E5E1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411882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1278B7-BDDE-40EF-B8B4-7247A424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24 · FRONTEND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63FD8-2302-4236-AA6A-3FD2CCD4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Un seul point d’entrée pour l’utilisateur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3A3EB-E8E0-4F0D-8028-5981E3BD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 frontend conserve les pages existantes et pointe désormais vers le gateway 8900.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90879-BF4E-49AE-92C9-BE7B3FE9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E0C63-9B96-4C5E-872E-4E6A8CD7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890C1-B8C7-443B-B44F-050C69A3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Écrans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2CE02-542F-419C-90A9-B8A74350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ECDE7-ED52-4B4D-B6CF-BEC8B6D3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Dashboard et statut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42B34A-7866-49FE-A78A-C9AAE66B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1901B-0C52-4DCE-B3CE-C669480C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Fraude avec indicateurs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9CA02-1DE8-467F-9513-D1E0F0AA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51356-A829-49AA-ACCB-8F33A473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Job en anglais/français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A1D26-A283-4322-8F13-3A968D27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28E90-DC8E-4682-9324-C8DB5297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Demand forecast 7 jours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D69E4-C9AF-4434-8349-D8FCFAD5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Intégration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CBA37-C65B-4D9E-A81A-5290232C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37F76-C5BE-4CA5-9D25-D9A42606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Loading et erreurs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79DB3-545E-4833-8968-5F11EE2C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73147-F280-430D-AF45-C9E87504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Pas de prédiction synthétique si indisponible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8A0FF-9C2F-4C0C-BE30-16377A49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FDE636-2297-4A74-ADF9-5DC14F69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Build TypeScript + Vite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4C621-FC78-45E6-AA26-02CC3D4E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1AF3E-338F-4ABF-ACA1-708D080B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Port 8905 documenté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455E2-724B-4212-96F4-710A4697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0E4DCF-5C5B-4EA1-A607-636CF757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90407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49C48-C0C8-4140-ADEE-B784D68D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25 · DÉMONSTRATION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4EF11-5735-4FD0-A2E5-C725E653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État de la preuve visuelle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78655-FFB7-4309-A620-2CBD337C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Les endpoints ont été testés en direct. La capture d’écran automatique reste l’unique limite de cette livraison.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FD401-6E76-4BB5-9C93-1439E011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287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EE846-9B79-4A26-8CDC-7C30B532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F7A62"/>
                </a:solidFill>
              </a:defRPr>
            </a:defPPr>
            <a:lvl1pPr>
              <a:defRPr sz="1200" b="1">
                <a:solidFill>
                  <a:srgbClr val="1F7A62"/>
                </a:solidFill>
              </a:defRPr>
            </a:lvl1pPr>
            <a:lvl2pPr>
              <a:defRPr sz="1200" b="1">
                <a:solidFill>
                  <a:srgbClr val="1F7A62"/>
                </a:solidFill>
              </a:defRPr>
            </a:lvl2pPr>
            <a:lvl3pPr>
              <a:defRPr sz="1200" b="1">
                <a:solidFill>
                  <a:srgbClr val="1F7A62"/>
                </a:solidFill>
              </a:defRPr>
            </a:lvl3pPr>
            <a:lvl4pPr>
              <a:defRPr sz="1200" b="1">
                <a:solidFill>
                  <a:srgbClr val="1F7A62"/>
                </a:solidFill>
              </a:defRPr>
            </a:lvl4pPr>
            <a:lvl5pPr>
              <a:defRPr sz="1200" b="1">
                <a:solidFill>
                  <a:srgbClr val="1F7A62"/>
                </a:solidFill>
              </a:defRPr>
            </a:lvl5pPr>
            <a:lvl6pPr>
              <a:defRPr sz="1200" b="1">
                <a:solidFill>
                  <a:srgbClr val="1F7A62"/>
                </a:solidFill>
              </a:defRPr>
            </a:lvl6pPr>
            <a:lvl7pPr>
              <a:defRPr sz="1200" b="1">
                <a:solidFill>
                  <a:srgbClr val="1F7A62"/>
                </a:solidFill>
              </a:defRPr>
            </a:lvl7pPr>
            <a:lvl8pPr>
              <a:defRPr sz="1200" b="1">
                <a:solidFill>
                  <a:srgbClr val="1F7A62"/>
                </a:solidFill>
              </a:defRPr>
            </a:lvl8pPr>
            <a:lvl9pPr>
              <a:defRPr sz="1200" b="1">
                <a:solidFill>
                  <a:srgbClr val="1F7A62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F7A62"/>
                </a:solidFill>
              </a:defRPr>
            </a:pPr>
            <a:r>
              <a:rPr sz="1200" b="1">
                <a:solidFill>
                  <a:srgbClr val="1F7A62"/>
                </a:solidFill>
              </a:rPr>
              <a:t>VALIDÉ PAR HTTP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2D01F-659C-4604-9904-2C7EAD3B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11BCE-D210-4D67-9D51-6A7F9A53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03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fraude : probabilité réelle via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C8707-1ECD-4D10-A3B3-F9731D7A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1D879-61A1-4BAD-AEBB-27FE8171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0042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demande : 7 valeurs M5 réelles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234DB-D27C-4C97-963A-27061E7C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F02AA-A1F9-4A66-9938-1100DAB8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0047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job : Gemma source=ollama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9C8B1-CE59-45D0-906F-AA8F37EF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5ABE10-3142-48FC-B670-E7EC256C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00525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produit : 2 références 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5A820-181B-4DA7-BC4C-7A30127E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D06A3A"/>
                </a:solidFill>
              </a:defRPr>
            </a:defPPr>
            <a:lvl1pPr>
              <a:defRPr sz="1200" b="1">
                <a:solidFill>
                  <a:srgbClr val="D06A3A"/>
                </a:solidFill>
              </a:defRPr>
            </a:lvl1pPr>
            <a:lvl2pPr>
              <a:defRPr sz="1200" b="1">
                <a:solidFill>
                  <a:srgbClr val="D06A3A"/>
                </a:solidFill>
              </a:defRPr>
            </a:lvl2pPr>
            <a:lvl3pPr>
              <a:defRPr sz="1200" b="1">
                <a:solidFill>
                  <a:srgbClr val="D06A3A"/>
                </a:solidFill>
              </a:defRPr>
            </a:lvl3pPr>
            <a:lvl4pPr>
              <a:defRPr sz="1200" b="1">
                <a:solidFill>
                  <a:srgbClr val="D06A3A"/>
                </a:solidFill>
              </a:defRPr>
            </a:lvl4pPr>
            <a:lvl5pPr>
              <a:defRPr sz="1200" b="1">
                <a:solidFill>
                  <a:srgbClr val="D06A3A"/>
                </a:solidFill>
              </a:defRPr>
            </a:lvl5pPr>
            <a:lvl6pPr>
              <a:defRPr sz="1200" b="1">
                <a:solidFill>
                  <a:srgbClr val="D06A3A"/>
                </a:solidFill>
              </a:defRPr>
            </a:lvl6pPr>
            <a:lvl7pPr>
              <a:defRPr sz="1200" b="1">
                <a:solidFill>
                  <a:srgbClr val="D06A3A"/>
                </a:solidFill>
              </a:defRPr>
            </a:lvl7pPr>
            <a:lvl8pPr>
              <a:defRPr sz="1200" b="1">
                <a:solidFill>
                  <a:srgbClr val="D06A3A"/>
                </a:solidFill>
              </a:defRPr>
            </a:lvl8pPr>
            <a:lvl9pPr>
              <a:defRPr sz="1200" b="1">
                <a:solidFill>
                  <a:srgbClr val="D06A3A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D06A3A"/>
                </a:solidFill>
              </a:defRPr>
            </a:pPr>
            <a:r>
              <a:rPr sz="1200" b="1">
                <a:solidFill>
                  <a:srgbClr val="D06A3A"/>
                </a:solidFill>
              </a:rPr>
              <a:t>CAPTURE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7D351-8549-457C-960E-105FB724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L’outil Windows échoue avant capture en tentant d’énumérer D:, volume BitLocker verrouillé. D: n’a pas été ouvert.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26273-DAE8-431E-BEBF-DCE43902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Checklist manuelle : presentation/screenshots/SCREENSHOT_CHECKLIST.md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17B9B-B2D6-4C6C-B1BB-C14EFDF3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E42A1-4406-4234-9335-06CFB234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6779450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162FC9-4327-4AB4-8A8F-ED4418B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26 · LIMITES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B3F5D-5369-4086-B645-BAB091E4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Limites à présenter à la soutenance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11347-AD6C-4CA9-AB92-C9D19B72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Les résultats sont solides pour un prototype contrôlé, mais pas une garantie de production.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D8703-5E3D-4CCF-917C-806A44CB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98B59-EC53-4439-B275-72A85FCC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54125-3163-43FA-945F-B9985302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Modèles et données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623AF-5800-42A8-A373-35C7D02B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B9439-847E-4182-999D-C55AA101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M5 : 200 séries représentatives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31B42E-BEC1-4D0F-82D4-7572BD81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52ED0-E088-4154-A474-CB77496F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WAPE instable en demande nulle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D4791-38B5-45F1-9FEE-517BF10C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A40E4-BFC2-4DA0-A9E1-ED3D6E2A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Fraude : déséquilibre des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799B4-71A6-4FE0-8323-B921F456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7DAC6-897F-4678-B4E2-9BD871D2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RAG : pertinence à renforcer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B4BA0-B6F8-48D5-B9CE-EB09E9C0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Système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7BFAF-0FA3-4530-B242-49BFA8DD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22418-2E44-462D-907F-21489EC6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Latence locale Gemma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0026D-4E77-4714-9C72-8301293C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067719-B8F6-4CC9-A907-257D922F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Pas de Docker testé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9C7EA-6AD6-4392-8620-EE6F8565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C7C04-1B0D-4E0F-8FD6-CBBBEC1E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Pas de fine-tuning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B7EAB-AB2C-4A84-920F-E10DECDA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F4CCA-5820-41EC-A175-1D6A5C41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Captures navigateur bloquées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62E2E-4427-44D8-A4D5-F0B301E5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2852D-E66C-4841-A3A2-136F5E9E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464933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36B56-F554-4F5B-998B-66491E66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900" b="1">
                <a:solidFill>
                  <a:srgbClr val="2F6FED"/>
                </a:solidFill>
              </a:defRPr>
            </a:defPPr>
            <a:lvl1pPr>
              <a:defRPr sz="900" b="1">
                <a:solidFill>
                  <a:srgbClr val="2F6FED"/>
                </a:solidFill>
              </a:defRPr>
            </a:lvl1pPr>
            <a:lvl2pPr>
              <a:defRPr sz="900" b="1">
                <a:solidFill>
                  <a:srgbClr val="2F6FED"/>
                </a:solidFill>
              </a:defRPr>
            </a:lvl2pPr>
            <a:lvl3pPr>
              <a:defRPr sz="900" b="1">
                <a:solidFill>
                  <a:srgbClr val="2F6FED"/>
                </a:solidFill>
              </a:defRPr>
            </a:lvl3pPr>
            <a:lvl4pPr>
              <a:defRPr sz="900" b="1">
                <a:solidFill>
                  <a:srgbClr val="2F6FED"/>
                </a:solidFill>
              </a:defRPr>
            </a:lvl4pPr>
            <a:lvl5pPr>
              <a:defRPr sz="900" b="1">
                <a:solidFill>
                  <a:srgbClr val="2F6FED"/>
                </a:solidFill>
              </a:defRPr>
            </a:lvl5pPr>
            <a:lvl6pPr>
              <a:defRPr sz="900" b="1">
                <a:solidFill>
                  <a:srgbClr val="2F6FED"/>
                </a:solidFill>
              </a:defRPr>
            </a:lvl6pPr>
            <a:lvl7pPr>
              <a:defRPr sz="900" b="1">
                <a:solidFill>
                  <a:srgbClr val="2F6FED"/>
                </a:solidFill>
              </a:defRPr>
            </a:lvl7pPr>
            <a:lvl8pPr>
              <a:defRPr sz="900" b="1">
                <a:solidFill>
                  <a:srgbClr val="2F6FED"/>
                </a:solidFill>
              </a:defRPr>
            </a:lvl8pPr>
            <a:lvl9pPr>
              <a:defRPr sz="90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F6FED"/>
                </a:solidFill>
              </a:defRPr>
            </a:pPr>
            <a:r>
              <a:rPr sz="900" b="1">
                <a:solidFill>
                  <a:srgbClr val="2F6FED"/>
                </a:solidFill>
              </a:rPr>
              <a:t>27 · PERSPECTIVES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67AC6-E6CB-4F65-AD75-1D9C098A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0243E"/>
                </a:solidFill>
              </a:defRPr>
            </a:defPPr>
            <a:lvl1pPr>
              <a:defRPr sz="2700" b="1">
                <a:solidFill>
                  <a:srgbClr val="10243E"/>
                </a:solidFill>
              </a:defRPr>
            </a:lvl1pPr>
            <a:lvl2pPr>
              <a:defRPr sz="2700" b="1">
                <a:solidFill>
                  <a:srgbClr val="10243E"/>
                </a:solidFill>
              </a:defRPr>
            </a:lvl2pPr>
            <a:lvl3pPr>
              <a:defRPr sz="2700" b="1">
                <a:solidFill>
                  <a:srgbClr val="10243E"/>
                </a:solidFill>
              </a:defRPr>
            </a:lvl3pPr>
            <a:lvl4pPr>
              <a:defRPr sz="2700" b="1">
                <a:solidFill>
                  <a:srgbClr val="10243E"/>
                </a:solidFill>
              </a:defRPr>
            </a:lvl4pPr>
            <a:lvl5pPr>
              <a:defRPr sz="2700" b="1">
                <a:solidFill>
                  <a:srgbClr val="10243E"/>
                </a:solidFill>
              </a:defRPr>
            </a:lvl5pPr>
            <a:lvl6pPr>
              <a:defRPr sz="2700" b="1">
                <a:solidFill>
                  <a:srgbClr val="10243E"/>
                </a:solidFill>
              </a:defRPr>
            </a:lvl6pPr>
            <a:lvl7pPr>
              <a:defRPr sz="2700" b="1">
                <a:solidFill>
                  <a:srgbClr val="10243E"/>
                </a:solidFill>
              </a:defRPr>
            </a:lvl7pPr>
            <a:lvl8pPr>
              <a:defRPr sz="2700" b="1">
                <a:solidFill>
                  <a:srgbClr val="10243E"/>
                </a:solidFill>
              </a:defRPr>
            </a:lvl8pPr>
            <a:lvl9pPr>
              <a:defRPr sz="270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43E"/>
                </a:solidFill>
              </a:defRPr>
            </a:pPr>
            <a:r>
              <a:rPr sz="2700" b="1">
                <a:solidFill>
                  <a:srgbClr val="10243E"/>
                </a:solidFill>
              </a:rPr>
              <a:t>Suite de travail raisonnable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70894-6A64-4469-B23B-9C68C956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607080"/>
                </a:solidFill>
              </a:defRPr>
            </a:defPPr>
            <a:lvl1pPr>
              <a:defRPr sz="1275" b="0">
                <a:solidFill>
                  <a:srgbClr val="607080"/>
                </a:solidFill>
              </a:defRPr>
            </a:lvl1pPr>
            <a:lvl2pPr>
              <a:defRPr sz="1275" b="0">
                <a:solidFill>
                  <a:srgbClr val="607080"/>
                </a:solidFill>
              </a:defRPr>
            </a:lvl2pPr>
            <a:lvl3pPr>
              <a:defRPr sz="1275" b="0">
                <a:solidFill>
                  <a:srgbClr val="607080"/>
                </a:solidFill>
              </a:defRPr>
            </a:lvl3pPr>
            <a:lvl4pPr>
              <a:defRPr sz="1275" b="0">
                <a:solidFill>
                  <a:srgbClr val="607080"/>
                </a:solidFill>
              </a:defRPr>
            </a:lvl4pPr>
            <a:lvl5pPr>
              <a:defRPr sz="1275" b="0">
                <a:solidFill>
                  <a:srgbClr val="607080"/>
                </a:solidFill>
              </a:defRPr>
            </a:lvl5pPr>
            <a:lvl6pPr>
              <a:defRPr sz="1275" b="0">
                <a:solidFill>
                  <a:srgbClr val="607080"/>
                </a:solidFill>
              </a:defRPr>
            </a:lvl6pPr>
            <a:lvl7pPr>
              <a:defRPr sz="1275" b="0">
                <a:solidFill>
                  <a:srgbClr val="607080"/>
                </a:solidFill>
              </a:defRPr>
            </a:lvl7pPr>
            <a:lvl8pPr>
              <a:defRPr sz="1275" b="0">
                <a:solidFill>
                  <a:srgbClr val="607080"/>
                </a:solidFill>
              </a:defRPr>
            </a:lvl8pPr>
            <a:lvl9pPr>
              <a:defRPr sz="1275" b="0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080"/>
                </a:solidFill>
              </a:defRPr>
            </a:pPr>
            <a:r>
              <a:rPr sz="1275" b="0">
                <a:solidFill>
                  <a:srgbClr val="607080"/>
                </a:solidFill>
              </a:rPr>
              <a:t>Les prochaines étapes augmentent la qualité sans masquer les limites actuelles.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30543-F6B8-4A6A-81FA-B3F7E5B8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A0074-B0F5-4D2F-855D-705F3E34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solidFill>
              <a:srgbClr val="EEF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48900-C76C-417E-9B86-ABF59019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E"/>
                </a:solidFill>
              </a:defRPr>
            </a:defPPr>
            <a:lvl1pPr>
              <a:defRPr sz="1650" b="1">
                <a:solidFill>
                  <a:srgbClr val="10243E"/>
                </a:solidFill>
              </a:defRPr>
            </a:lvl1pPr>
            <a:lvl2pPr>
              <a:defRPr sz="1650" b="1">
                <a:solidFill>
                  <a:srgbClr val="10243E"/>
                </a:solidFill>
              </a:defRPr>
            </a:lvl2pPr>
            <a:lvl3pPr>
              <a:defRPr sz="1650" b="1">
                <a:solidFill>
                  <a:srgbClr val="10243E"/>
                </a:solidFill>
              </a:defRPr>
            </a:lvl3pPr>
            <a:lvl4pPr>
              <a:defRPr sz="1650" b="1">
                <a:solidFill>
                  <a:srgbClr val="10243E"/>
                </a:solidFill>
              </a:defRPr>
            </a:lvl4pPr>
            <a:lvl5pPr>
              <a:defRPr sz="1650" b="1">
                <a:solidFill>
                  <a:srgbClr val="10243E"/>
                </a:solidFill>
              </a:defRPr>
            </a:lvl5pPr>
            <a:lvl6pPr>
              <a:defRPr sz="1650" b="1">
                <a:solidFill>
                  <a:srgbClr val="10243E"/>
                </a:solidFill>
              </a:defRPr>
            </a:lvl6pPr>
            <a:lvl7pPr>
              <a:defRPr sz="1650" b="1">
                <a:solidFill>
                  <a:srgbClr val="10243E"/>
                </a:solidFill>
              </a:defRPr>
            </a:lvl7pPr>
            <a:lvl8pPr>
              <a:defRPr sz="1650" b="1">
                <a:solidFill>
                  <a:srgbClr val="10243E"/>
                </a:solidFill>
              </a:defRPr>
            </a:lvl8pPr>
            <a:lvl9pPr>
              <a:defRPr sz="1650" b="1">
                <a:solidFill>
                  <a:srgbClr val="10243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43E"/>
                </a:solidFill>
              </a:defRPr>
            </a:pPr>
            <a:r>
              <a:rPr sz="1650" b="1">
                <a:solidFill>
                  <a:srgbClr val="10243E"/>
                </a:solidFill>
              </a:rPr>
              <a:t>Qualité 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C144F-9231-4290-AB3E-69834937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44BBB-A215-4444-B19C-35597102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Reranking RAG mesuré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13729-678B-46B2-A915-91EDE5C9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4C779-6729-44FE-909D-04191DF9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Calibration fraude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3FA43-D62F-465E-8E44-B7511A58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05236-2C5F-4AE1-889C-9F9D8459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Évaluation multi-horizons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FC410-11BB-4FD6-9681-6C02B13B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390BB-ACF0-4DE7-B7B5-C681EC8F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05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Dataset de catégories réel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A619A-695E-47F1-A7B6-7D481D2D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2F6FED"/>
                </a:solidFill>
              </a:defRPr>
            </a:defPPr>
            <a:lvl1pPr>
              <a:defRPr sz="1650" b="1">
                <a:solidFill>
                  <a:srgbClr val="2F6FED"/>
                </a:solidFill>
              </a:defRPr>
            </a:lvl1pPr>
            <a:lvl2pPr>
              <a:defRPr sz="1650" b="1">
                <a:solidFill>
                  <a:srgbClr val="2F6FED"/>
                </a:solidFill>
              </a:defRPr>
            </a:lvl2pPr>
            <a:lvl3pPr>
              <a:defRPr sz="1650" b="1">
                <a:solidFill>
                  <a:srgbClr val="2F6FED"/>
                </a:solidFill>
              </a:defRPr>
            </a:lvl3pPr>
            <a:lvl4pPr>
              <a:defRPr sz="1650" b="1">
                <a:solidFill>
                  <a:srgbClr val="2F6FED"/>
                </a:solidFill>
              </a:defRPr>
            </a:lvl4pPr>
            <a:lvl5pPr>
              <a:defRPr sz="1650" b="1">
                <a:solidFill>
                  <a:srgbClr val="2F6FED"/>
                </a:solidFill>
              </a:defRPr>
            </a:lvl5pPr>
            <a:lvl6pPr>
              <a:defRPr sz="1650" b="1">
                <a:solidFill>
                  <a:srgbClr val="2F6FED"/>
                </a:solidFill>
              </a:defRPr>
            </a:lvl6pPr>
            <a:lvl7pPr>
              <a:defRPr sz="1650" b="1">
                <a:solidFill>
                  <a:srgbClr val="2F6FED"/>
                </a:solidFill>
              </a:defRPr>
            </a:lvl7pPr>
            <a:lvl8pPr>
              <a:defRPr sz="1650" b="1">
                <a:solidFill>
                  <a:srgbClr val="2F6FED"/>
                </a:solidFill>
              </a:defRPr>
            </a:lvl8pPr>
            <a:lvl9pPr>
              <a:defRPr sz="1650" b="1">
                <a:solidFill>
                  <a:srgbClr val="2F6FED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6FED"/>
                </a:solidFill>
              </a:defRPr>
            </a:pPr>
            <a:r>
              <a:rPr sz="1650" b="1">
                <a:solidFill>
                  <a:srgbClr val="2F6FED"/>
                </a:solidFill>
              </a:rPr>
              <a:t>Ingénierie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253AB4-5D6D-4E25-98F2-848A9CA9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BE807-A8E5-434C-887D-F54C9382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Rate limiting effectif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C3924-0653-4B79-98E5-2FCE8D51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0F27F-FBD7-4148-9CC0-65F9BE87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908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Observabilité structurée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D30A6-1FFB-4177-AE9B-EEC0DBE0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381102-D67D-4A14-A638-ED78653A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Déploiement Docker validé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36FC3-9203-4745-A0B9-F535C30B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22C72-485D-4579-AA44-C4ABF00B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  <a:lvl1pPr>
              <a:defRPr sz="1350" b="0">
                <a:solidFill>
                  <a:srgbClr val="17212B"/>
                </a:solidFill>
              </a:defRPr>
            </a:lvl1pPr>
            <a:lvl2pPr>
              <a:defRPr sz="1350" b="0">
                <a:solidFill>
                  <a:srgbClr val="17212B"/>
                </a:solidFill>
              </a:defRPr>
            </a:lvl2pPr>
            <a:lvl3pPr>
              <a:defRPr sz="1350" b="0">
                <a:solidFill>
                  <a:srgbClr val="17212B"/>
                </a:solidFill>
              </a:defRPr>
            </a:lvl3pPr>
            <a:lvl4pPr>
              <a:defRPr sz="1350" b="0">
                <a:solidFill>
                  <a:srgbClr val="17212B"/>
                </a:solidFill>
              </a:defRPr>
            </a:lvl4pPr>
            <a:lvl5pPr>
              <a:defRPr sz="1350" b="0">
                <a:solidFill>
                  <a:srgbClr val="17212B"/>
                </a:solidFill>
              </a:defRPr>
            </a:lvl5pPr>
            <a:lvl6pPr>
              <a:defRPr sz="1350" b="0">
                <a:solidFill>
                  <a:srgbClr val="17212B"/>
                </a:solidFill>
              </a:defRPr>
            </a:lvl6pPr>
            <a:lvl7pPr>
              <a:defRPr sz="1350" b="0">
                <a:solidFill>
                  <a:srgbClr val="17212B"/>
                </a:solidFill>
              </a:defRPr>
            </a:lvl7pPr>
            <a:lvl8pPr>
              <a:defRPr sz="1350" b="0">
                <a:solidFill>
                  <a:srgbClr val="17212B"/>
                </a:solidFill>
              </a:defRPr>
            </a:lvl8pPr>
            <a:lvl9pPr>
              <a:defRPr sz="1350" b="0">
                <a:solidFill>
                  <a:srgbClr val="17212B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Captures et test E2E manuel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40C95-D7E2-4688-866D-9517D6C8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CEREBRO · IA FOR SOFTWARE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27D90E-6552-4B53-AFD9-4C52A149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607080"/>
                </a:solidFill>
              </a:defRPr>
            </a:defPPr>
            <a:lvl1pPr>
              <a:defRPr sz="825" b="1">
                <a:solidFill>
                  <a:srgbClr val="607080"/>
                </a:solidFill>
              </a:defRPr>
            </a:lvl1pPr>
            <a:lvl2pPr>
              <a:defRPr sz="825" b="1">
                <a:solidFill>
                  <a:srgbClr val="607080"/>
                </a:solidFill>
              </a:defRPr>
            </a:lvl2pPr>
            <a:lvl3pPr>
              <a:defRPr sz="825" b="1">
                <a:solidFill>
                  <a:srgbClr val="607080"/>
                </a:solidFill>
              </a:defRPr>
            </a:lvl3pPr>
            <a:lvl4pPr>
              <a:defRPr sz="825" b="1">
                <a:solidFill>
                  <a:srgbClr val="607080"/>
                </a:solidFill>
              </a:defRPr>
            </a:lvl4pPr>
            <a:lvl5pPr>
              <a:defRPr sz="825" b="1">
                <a:solidFill>
                  <a:srgbClr val="607080"/>
                </a:solidFill>
              </a:defRPr>
            </a:lvl5pPr>
            <a:lvl6pPr>
              <a:defRPr sz="825" b="1">
                <a:solidFill>
                  <a:srgbClr val="607080"/>
                </a:solidFill>
              </a:defRPr>
            </a:lvl6pPr>
            <a:lvl7pPr>
              <a:defRPr sz="825" b="1">
                <a:solidFill>
                  <a:srgbClr val="607080"/>
                </a:solidFill>
              </a:defRPr>
            </a:lvl7pPr>
            <a:lvl8pPr>
              <a:defRPr sz="825" b="1">
                <a:solidFill>
                  <a:srgbClr val="607080"/>
                </a:solidFill>
              </a:defRPr>
            </a:lvl8pPr>
            <a:lvl9pPr>
              <a:defRPr sz="825" b="1">
                <a:solidFill>
                  <a:srgbClr val="607080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07080"/>
                </a:solidFill>
              </a:defRPr>
            </a:pPr>
            <a:r>
              <a:rPr sz="825" b="1">
                <a:solidFill>
                  <a:srgbClr val="607080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284044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15114-924C-404D-972B-6555F43B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1">
                <a:solidFill>
                  <a:srgbClr val="9FC3FF"/>
                </a:solidFill>
              </a:defRPr>
            </a:defPPr>
            <a:lvl1pPr>
              <a:defRPr sz="1050" b="1">
                <a:solidFill>
                  <a:srgbClr val="9FC3FF"/>
                </a:solidFill>
              </a:defRPr>
            </a:lvl1pPr>
            <a:lvl2pPr>
              <a:defRPr sz="1050" b="1">
                <a:solidFill>
                  <a:srgbClr val="9FC3FF"/>
                </a:solidFill>
              </a:defRPr>
            </a:lvl2pPr>
            <a:lvl3pPr>
              <a:defRPr sz="1050" b="1">
                <a:solidFill>
                  <a:srgbClr val="9FC3FF"/>
                </a:solidFill>
              </a:defRPr>
            </a:lvl3pPr>
            <a:lvl4pPr>
              <a:defRPr sz="1050" b="1">
                <a:solidFill>
                  <a:srgbClr val="9FC3FF"/>
                </a:solidFill>
              </a:defRPr>
            </a:lvl4pPr>
            <a:lvl5pPr>
              <a:defRPr sz="1050" b="1">
                <a:solidFill>
                  <a:srgbClr val="9FC3FF"/>
                </a:solidFill>
              </a:defRPr>
            </a:lvl5pPr>
            <a:lvl6pPr>
              <a:defRPr sz="1050" b="1">
                <a:solidFill>
                  <a:srgbClr val="9FC3FF"/>
                </a:solidFill>
              </a:defRPr>
            </a:lvl6pPr>
            <a:lvl7pPr>
              <a:defRPr sz="1050" b="1">
                <a:solidFill>
                  <a:srgbClr val="9FC3FF"/>
                </a:solidFill>
              </a:defRPr>
            </a:lvl7pPr>
            <a:lvl8pPr>
              <a:defRPr sz="1050" b="1">
                <a:solidFill>
                  <a:srgbClr val="9FC3FF"/>
                </a:solidFill>
              </a:defRPr>
            </a:lvl8pPr>
            <a:lvl9pPr>
              <a:defRPr sz="1050" b="1">
                <a:solidFill>
                  <a:srgbClr val="9FC3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FC3FF"/>
                </a:solidFill>
              </a:defRPr>
            </a:pPr>
            <a:r>
              <a:rPr sz="1050" b="1">
                <a:solidFill>
                  <a:srgbClr val="9FC3FF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D9BC0-DD66-413B-AF83-4E3FE403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Cerebro relie modèles, API et preuves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A67D0-0253-44DB-94F4-7F5CCDD7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C8D8EC"/>
                </a:solidFill>
              </a:defRPr>
            </a:defPPr>
            <a:lvl1pPr>
              <a:defRPr sz="1800" b="0">
                <a:solidFill>
                  <a:srgbClr val="C8D8EC"/>
                </a:solidFill>
              </a:defRPr>
            </a:lvl1pPr>
            <a:lvl2pPr>
              <a:defRPr sz="1800" b="0">
                <a:solidFill>
                  <a:srgbClr val="C8D8EC"/>
                </a:solidFill>
              </a:defRPr>
            </a:lvl2pPr>
            <a:lvl3pPr>
              <a:defRPr sz="1800" b="0">
                <a:solidFill>
                  <a:srgbClr val="C8D8EC"/>
                </a:solidFill>
              </a:defRPr>
            </a:lvl3pPr>
            <a:lvl4pPr>
              <a:defRPr sz="1800" b="0">
                <a:solidFill>
                  <a:srgbClr val="C8D8EC"/>
                </a:solidFill>
              </a:defRPr>
            </a:lvl4pPr>
            <a:lvl5pPr>
              <a:defRPr sz="1800" b="0">
                <a:solidFill>
                  <a:srgbClr val="C8D8EC"/>
                </a:solidFill>
              </a:defRPr>
            </a:lvl5pPr>
            <a:lvl6pPr>
              <a:defRPr sz="1800" b="0">
                <a:solidFill>
                  <a:srgbClr val="C8D8EC"/>
                </a:solidFill>
              </a:defRPr>
            </a:lvl6pPr>
            <a:lvl7pPr>
              <a:defRPr sz="1800" b="0">
                <a:solidFill>
                  <a:srgbClr val="C8D8EC"/>
                </a:solidFill>
              </a:defRPr>
            </a:lvl7pPr>
            <a:lvl8pPr>
              <a:defRPr sz="1800" b="0">
                <a:solidFill>
                  <a:srgbClr val="C8D8EC"/>
                </a:solidFill>
              </a:defRPr>
            </a:lvl8pPr>
            <a:lvl9pPr>
              <a:defRPr sz="1800" b="0">
                <a:solidFill>
                  <a:srgbClr val="C8D8EC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8D8EC"/>
                </a:solidFill>
              </a:defRPr>
            </a:pPr>
            <a:r>
              <a:rPr sz="1800" b="0">
                <a:solidFill>
                  <a:srgbClr val="C8D8EC"/>
                </a:solidFill>
              </a:rPr>
              <a:t>Une architecture microservices locale, quatre modules IA, des résultats réels et des limites documentées.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199FF-9E8A-42F3-8767-FA1D76DE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8858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07396-B9BE-4C3B-B700-98FBE6F9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FFFFFF"/>
                </a:solidFill>
              </a:defRPr>
            </a:defPPr>
            <a:lvl1pPr>
              <a:defRPr sz="1950" b="1">
                <a:solidFill>
                  <a:srgbClr val="FFFFFF"/>
                </a:solidFill>
              </a:defRPr>
            </a:lvl1pPr>
            <a:lvl2pPr>
              <a:defRPr sz="1950" b="1">
                <a:solidFill>
                  <a:srgbClr val="FFFFFF"/>
                </a:solidFill>
              </a:defRPr>
            </a:lvl2pPr>
            <a:lvl3pPr>
              <a:defRPr sz="1950" b="1">
                <a:solidFill>
                  <a:srgbClr val="FFFFFF"/>
                </a:solidFill>
              </a:defRPr>
            </a:lvl3pPr>
            <a:lvl4pPr>
              <a:defRPr sz="1950" b="1">
                <a:solidFill>
                  <a:srgbClr val="FFFFFF"/>
                </a:solidFill>
              </a:defRPr>
            </a:lvl4pPr>
            <a:lvl5pPr>
              <a:defRPr sz="1950" b="1">
                <a:solidFill>
                  <a:srgbClr val="FFFFFF"/>
                </a:solidFill>
              </a:defRPr>
            </a:lvl5pPr>
            <a:lvl6pPr>
              <a:defRPr sz="1950" b="1">
                <a:solidFill>
                  <a:srgbClr val="FFFFFF"/>
                </a:solidFill>
              </a:defRPr>
            </a:lvl6pPr>
            <a:lvl7pPr>
              <a:defRPr sz="1950" b="1">
                <a:solidFill>
                  <a:srgbClr val="FFFFFF"/>
                </a:solidFill>
              </a:defRPr>
            </a:lvl7pPr>
            <a:lvl8pPr>
              <a:defRPr sz="1950" b="1">
                <a:solidFill>
                  <a:srgbClr val="FFFFFF"/>
                </a:solidFill>
              </a:defRPr>
            </a:lvl8pPr>
            <a:lvl9pPr>
              <a:defRPr sz="19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B5050-2BD1-434E-BAB8-537B0C92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62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DBE8FF"/>
                </a:solidFill>
              </a:defRPr>
            </a:defPPr>
            <a:lvl1pPr>
              <a:defRPr sz="1350" b="0">
                <a:solidFill>
                  <a:srgbClr val="DBE8FF"/>
                </a:solidFill>
              </a:defRPr>
            </a:lvl1pPr>
            <a:lvl2pPr>
              <a:defRPr sz="1350" b="0">
                <a:solidFill>
                  <a:srgbClr val="DBE8FF"/>
                </a:solidFill>
              </a:defRPr>
            </a:lvl2pPr>
            <a:lvl3pPr>
              <a:defRPr sz="1350" b="0">
                <a:solidFill>
                  <a:srgbClr val="DBE8FF"/>
                </a:solidFill>
              </a:defRPr>
            </a:lvl3pPr>
            <a:lvl4pPr>
              <a:defRPr sz="1350" b="0">
                <a:solidFill>
                  <a:srgbClr val="DBE8FF"/>
                </a:solidFill>
              </a:defRPr>
            </a:lvl4pPr>
            <a:lvl5pPr>
              <a:defRPr sz="1350" b="0">
                <a:solidFill>
                  <a:srgbClr val="DBE8FF"/>
                </a:solidFill>
              </a:defRPr>
            </a:lvl5pPr>
            <a:lvl6pPr>
              <a:defRPr sz="1350" b="0">
                <a:solidFill>
                  <a:srgbClr val="DBE8FF"/>
                </a:solidFill>
              </a:defRPr>
            </a:lvl6pPr>
            <a:lvl7pPr>
              <a:defRPr sz="1350" b="0">
                <a:solidFill>
                  <a:srgbClr val="DBE8FF"/>
                </a:solidFill>
              </a:defRPr>
            </a:lvl7pPr>
            <a:lvl8pPr>
              <a:defRPr sz="1350" b="0">
                <a:solidFill>
                  <a:srgbClr val="DBE8FF"/>
                </a:solidFill>
              </a:defRPr>
            </a:lvl8pPr>
            <a:lvl9pPr>
              <a:defRPr sz="1350" b="0">
                <a:solidFill>
                  <a:srgbClr val="DBE8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DBE8FF"/>
                </a:solidFill>
              </a:defRPr>
            </a:pPr>
            <a:r>
              <a:rPr sz="1350" b="0">
                <a:solidFill>
                  <a:srgbClr val="DBE8FF"/>
                </a:solidFill>
              </a:rPr>
              <a:t>Swagger · modèles · M5 · RAG · ResourceGuard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0B283-D40F-4763-A6FB-25AE828D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C8D8EC"/>
                </a:solidFill>
              </a:defRPr>
            </a:defPPr>
            <a:lvl1pPr>
              <a:defRPr sz="1275" b="0">
                <a:solidFill>
                  <a:srgbClr val="C8D8EC"/>
                </a:solidFill>
              </a:defRPr>
            </a:lvl1pPr>
            <a:lvl2pPr>
              <a:defRPr sz="1275" b="0">
                <a:solidFill>
                  <a:srgbClr val="C8D8EC"/>
                </a:solidFill>
              </a:defRPr>
            </a:lvl2pPr>
            <a:lvl3pPr>
              <a:defRPr sz="1275" b="0">
                <a:solidFill>
                  <a:srgbClr val="C8D8EC"/>
                </a:solidFill>
              </a:defRPr>
            </a:lvl3pPr>
            <a:lvl4pPr>
              <a:defRPr sz="1275" b="0">
                <a:solidFill>
                  <a:srgbClr val="C8D8EC"/>
                </a:solidFill>
              </a:defRPr>
            </a:lvl4pPr>
            <a:lvl5pPr>
              <a:defRPr sz="1275" b="0">
                <a:solidFill>
                  <a:srgbClr val="C8D8EC"/>
                </a:solidFill>
              </a:defRPr>
            </a:lvl5pPr>
            <a:lvl6pPr>
              <a:defRPr sz="1275" b="0">
                <a:solidFill>
                  <a:srgbClr val="C8D8EC"/>
                </a:solidFill>
              </a:defRPr>
            </a:lvl6pPr>
            <a:lvl7pPr>
              <a:defRPr sz="1275" b="0">
                <a:solidFill>
                  <a:srgbClr val="C8D8EC"/>
                </a:solidFill>
              </a:defRPr>
            </a:lvl7pPr>
            <a:lvl8pPr>
              <a:defRPr sz="1275" b="0">
                <a:solidFill>
                  <a:srgbClr val="C8D8EC"/>
                </a:solidFill>
              </a:defRPr>
            </a:lvl8pPr>
            <a:lvl9pPr>
              <a:defRPr sz="1275" b="0">
                <a:solidFill>
                  <a:srgbClr val="C8D8E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8D8EC"/>
                </a:solidFill>
              </a:defRPr>
            </a:pPr>
            <a:r>
              <a:rPr sz="1275" b="0">
                <a:solidFill>
                  <a:srgbClr val="C8D8EC"/>
                </a:solidFill>
              </a:rPr>
              <a:t>ESPRIT 2026–2027</a:t>
            </a:r>
          </a:p>
        </p:txBody>
      </p:sp>
    </p:spTree>
    <p:extLst>
      <p:ext uri="{BB962C8B-B14F-4D97-AF65-F5344CB8AC3E}">
        <p14:creationId xmlns:p14="http://schemas.microsoft.com/office/powerpoint/2010/main" val="855727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2026-10-18T11:12:12.8660000Z</dcterms:created>
  <dcterms:modified xsi:type="dcterms:W3CDTF">2026-10-18T11:12:12.8660000Z</dcterms:modified>
</coreProperties>
</file>